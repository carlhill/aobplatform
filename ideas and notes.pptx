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2" r:id="rId2"/>
    <p:sldId id="275" r:id="rId3"/>
    <p:sldId id="274" r:id="rId4"/>
    <p:sldId id="273" r:id="rId5"/>
    <p:sldId id="272" r:id="rId6"/>
    <p:sldId id="268" r:id="rId7"/>
    <p:sldId id="271" r:id="rId8"/>
    <p:sldId id="270" r:id="rId9"/>
    <p:sldId id="269" r:id="rId10"/>
    <p:sldId id="267" r:id="rId11"/>
    <p:sldId id="266" r:id="rId12"/>
    <p:sldId id="265" r:id="rId13"/>
    <p:sldId id="264" r:id="rId14"/>
    <p:sldId id="263" r:id="rId15"/>
    <p:sldId id="256" r:id="rId16"/>
    <p:sldId id="257" r:id="rId17"/>
    <p:sldId id="258" r:id="rId18"/>
    <p:sldId id="259" r:id="rId19"/>
    <p:sldId id="260" r:id="rId20"/>
    <p:sldId id="26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693F5-D893-431B-95CE-F02811F697B8}" v="5" dt="2026-09-12T05:08:38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 Hill" userId="c2c04adba249737f" providerId="LiveId" clId="{768FA59D-518F-45B4-AEF8-4EC77CF8F4A2}"/>
    <pc:docChg chg="undo custSel addSld modSld">
      <pc:chgData name="Carl Hill" userId="c2c04adba249737f" providerId="LiveId" clId="{768FA59D-518F-45B4-AEF8-4EC77CF8F4A2}" dt="2026-09-12T10:24:06.801" v="5251" actId="14100"/>
      <pc:docMkLst>
        <pc:docMk/>
      </pc:docMkLst>
      <pc:sldChg chg="addSp delSp modSp new mod">
        <pc:chgData name="Carl Hill" userId="c2c04adba249737f" providerId="LiveId" clId="{768FA59D-518F-45B4-AEF8-4EC77CF8F4A2}" dt="2026-09-11T05:27:33.454" v="89" actId="13822"/>
        <pc:sldMkLst>
          <pc:docMk/>
          <pc:sldMk cId="4143200013" sldId="262"/>
        </pc:sldMkLst>
        <pc:spChg chg="del">
          <ac:chgData name="Carl Hill" userId="c2c04adba249737f" providerId="LiveId" clId="{768FA59D-518F-45B4-AEF8-4EC77CF8F4A2}" dt="2026-09-11T05:25:26.816" v="1" actId="478"/>
          <ac:spMkLst>
            <pc:docMk/>
            <pc:sldMk cId="4143200013" sldId="262"/>
            <ac:spMk id="2" creationId="{5FE260A1-7C95-1999-23F9-D723E2F16630}"/>
          </ac:spMkLst>
        </pc:spChg>
        <pc:spChg chg="del">
          <ac:chgData name="Carl Hill" userId="c2c04adba249737f" providerId="LiveId" clId="{768FA59D-518F-45B4-AEF8-4EC77CF8F4A2}" dt="2026-09-11T05:25:26.816" v="1" actId="478"/>
          <ac:spMkLst>
            <pc:docMk/>
            <pc:sldMk cId="4143200013" sldId="262"/>
            <ac:spMk id="3" creationId="{CE1B8271-E53F-7A07-75B9-C6D83BBBBA95}"/>
          </ac:spMkLst>
        </pc:spChg>
        <pc:spChg chg="add mod">
          <ac:chgData name="Carl Hill" userId="c2c04adba249737f" providerId="LiveId" clId="{768FA59D-518F-45B4-AEF8-4EC77CF8F4A2}" dt="2026-09-11T05:27:23.347" v="87" actId="14100"/>
          <ac:spMkLst>
            <pc:docMk/>
            <pc:sldMk cId="4143200013" sldId="262"/>
            <ac:spMk id="8" creationId="{A1022631-AD47-8BE7-55B2-CE2BAC9599D0}"/>
          </ac:spMkLst>
        </pc:spChg>
        <pc:picChg chg="add mod">
          <ac:chgData name="Carl Hill" userId="c2c04adba249737f" providerId="LiveId" clId="{768FA59D-518F-45B4-AEF8-4EC77CF8F4A2}" dt="2026-09-11T05:25:48.346" v="3" actId="1076"/>
          <ac:picMkLst>
            <pc:docMk/>
            <pc:sldMk cId="4143200013" sldId="262"/>
            <ac:picMk id="5" creationId="{F77C6999-76B1-6C8B-3640-89A8186A02F6}"/>
          </ac:picMkLst>
        </pc:picChg>
        <pc:picChg chg="add mod">
          <ac:chgData name="Carl Hill" userId="c2c04adba249737f" providerId="LiveId" clId="{768FA59D-518F-45B4-AEF8-4EC77CF8F4A2}" dt="2026-09-11T05:26:07.604" v="5" actId="1076"/>
          <ac:picMkLst>
            <pc:docMk/>
            <pc:sldMk cId="4143200013" sldId="262"/>
            <ac:picMk id="7" creationId="{344B8E99-550C-BCFE-5272-759D333463C3}"/>
          </ac:picMkLst>
        </pc:picChg>
        <pc:cxnChg chg="add mod">
          <ac:chgData name="Carl Hill" userId="c2c04adba249737f" providerId="LiveId" clId="{768FA59D-518F-45B4-AEF8-4EC77CF8F4A2}" dt="2026-09-11T05:27:33.454" v="89" actId="13822"/>
          <ac:cxnSpMkLst>
            <pc:docMk/>
            <pc:sldMk cId="4143200013" sldId="262"/>
            <ac:cxnSpMk id="10" creationId="{4C5F9139-2738-6FE0-8393-EF6230DA9B5B}"/>
          </ac:cxnSpMkLst>
        </pc:cxnChg>
      </pc:sldChg>
      <pc:sldChg chg="addSp delSp modSp new mod">
        <pc:chgData name="Carl Hill" userId="c2c04adba249737f" providerId="LiveId" clId="{768FA59D-518F-45B4-AEF8-4EC77CF8F4A2}" dt="2026-09-11T23:33:34.091" v="423" actId="6549"/>
        <pc:sldMkLst>
          <pc:docMk/>
          <pc:sldMk cId="144643447" sldId="263"/>
        </pc:sldMkLst>
        <pc:spChg chg="del">
          <ac:chgData name="Carl Hill" userId="c2c04adba249737f" providerId="LiveId" clId="{768FA59D-518F-45B4-AEF8-4EC77CF8F4A2}" dt="2026-09-11T23:30:28.315" v="91" actId="478"/>
          <ac:spMkLst>
            <pc:docMk/>
            <pc:sldMk cId="144643447" sldId="263"/>
            <ac:spMk id="2" creationId="{7B005B9D-2130-22E7-E426-78816F676271}"/>
          </ac:spMkLst>
        </pc:spChg>
        <pc:spChg chg="del">
          <ac:chgData name="Carl Hill" userId="c2c04adba249737f" providerId="LiveId" clId="{768FA59D-518F-45B4-AEF8-4EC77CF8F4A2}" dt="2026-09-11T23:30:28.315" v="91" actId="478"/>
          <ac:spMkLst>
            <pc:docMk/>
            <pc:sldMk cId="144643447" sldId="263"/>
            <ac:spMk id="3" creationId="{612C813B-A5FD-2A66-B49F-437941B141A4}"/>
          </ac:spMkLst>
        </pc:spChg>
        <pc:spChg chg="add mod">
          <ac:chgData name="Carl Hill" userId="c2c04adba249737f" providerId="LiveId" clId="{768FA59D-518F-45B4-AEF8-4EC77CF8F4A2}" dt="2026-09-11T23:30:50.457" v="102" actId="20577"/>
          <ac:spMkLst>
            <pc:docMk/>
            <pc:sldMk cId="144643447" sldId="263"/>
            <ac:spMk id="4" creationId="{BA415DCB-266C-AFF1-730A-60821C47978F}"/>
          </ac:spMkLst>
        </pc:spChg>
        <pc:spChg chg="add mod">
          <ac:chgData name="Carl Hill" userId="c2c04adba249737f" providerId="LiveId" clId="{768FA59D-518F-45B4-AEF8-4EC77CF8F4A2}" dt="2026-09-11T23:33:34.091" v="423" actId="6549"/>
          <ac:spMkLst>
            <pc:docMk/>
            <pc:sldMk cId="144643447" sldId="263"/>
            <ac:spMk id="5" creationId="{0E70F954-6CD4-B116-5A83-55C6128A6852}"/>
          </ac:spMkLst>
        </pc:spChg>
        <pc:spChg chg="add mod">
          <ac:chgData name="Carl Hill" userId="c2c04adba249737f" providerId="LiveId" clId="{768FA59D-518F-45B4-AEF8-4EC77CF8F4A2}" dt="2026-09-11T23:32:08.013" v="250" actId="1076"/>
          <ac:spMkLst>
            <pc:docMk/>
            <pc:sldMk cId="144643447" sldId="263"/>
            <ac:spMk id="7" creationId="{A1AB99E0-573B-6C38-2383-5AC0C3AADAD5}"/>
          </ac:spMkLst>
        </pc:spChg>
      </pc:sldChg>
      <pc:sldChg chg="addSp delSp modSp new mod">
        <pc:chgData name="Carl Hill" userId="c2c04adba249737f" providerId="LiveId" clId="{768FA59D-518F-45B4-AEF8-4EC77CF8F4A2}" dt="2026-09-12T00:00:30.366" v="520" actId="14100"/>
        <pc:sldMkLst>
          <pc:docMk/>
          <pc:sldMk cId="1606936594" sldId="264"/>
        </pc:sldMkLst>
        <pc:spChg chg="del">
          <ac:chgData name="Carl Hill" userId="c2c04adba249737f" providerId="LiveId" clId="{768FA59D-518F-45B4-AEF8-4EC77CF8F4A2}" dt="2026-09-11T23:56:50.314" v="425" actId="478"/>
          <ac:spMkLst>
            <pc:docMk/>
            <pc:sldMk cId="1606936594" sldId="264"/>
            <ac:spMk id="2" creationId="{46272576-73AA-41E7-033A-338D504435AE}"/>
          </ac:spMkLst>
        </pc:spChg>
        <pc:spChg chg="del">
          <ac:chgData name="Carl Hill" userId="c2c04adba249737f" providerId="LiveId" clId="{768FA59D-518F-45B4-AEF8-4EC77CF8F4A2}" dt="2026-09-11T23:56:50.314" v="425" actId="478"/>
          <ac:spMkLst>
            <pc:docMk/>
            <pc:sldMk cId="1606936594" sldId="264"/>
            <ac:spMk id="3" creationId="{170B4C6D-2E66-2BE2-A952-3E5C5271449A}"/>
          </ac:spMkLst>
        </pc:spChg>
        <pc:spChg chg="add">
          <ac:chgData name="Carl Hill" userId="c2c04adba249737f" providerId="LiveId" clId="{768FA59D-518F-45B4-AEF8-4EC77CF8F4A2}" dt="2026-09-11T23:59:02.867" v="441" actId="11529"/>
          <ac:spMkLst>
            <pc:docMk/>
            <pc:sldMk cId="1606936594" sldId="264"/>
            <ac:spMk id="12" creationId="{C965922C-1D49-2ECE-E67F-F3AF5856C892}"/>
          </ac:spMkLst>
        </pc:spChg>
        <pc:spChg chg="add mod">
          <ac:chgData name="Carl Hill" userId="c2c04adba249737f" providerId="LiveId" clId="{768FA59D-518F-45B4-AEF8-4EC77CF8F4A2}" dt="2026-09-11T23:59:22.601" v="444" actId="1076"/>
          <ac:spMkLst>
            <pc:docMk/>
            <pc:sldMk cId="1606936594" sldId="264"/>
            <ac:spMk id="13" creationId="{AD3A4295-689B-B977-1674-1114D57122AE}"/>
          </ac:spMkLst>
        </pc:spChg>
        <pc:spChg chg="add mod">
          <ac:chgData name="Carl Hill" userId="c2c04adba249737f" providerId="LiveId" clId="{768FA59D-518F-45B4-AEF8-4EC77CF8F4A2}" dt="2026-09-11T23:59:34.836" v="450" actId="1076"/>
          <ac:spMkLst>
            <pc:docMk/>
            <pc:sldMk cId="1606936594" sldId="264"/>
            <ac:spMk id="17" creationId="{7FAD4733-E1B4-D1E3-D037-0ACCDF52A406}"/>
          </ac:spMkLst>
        </pc:spChg>
        <pc:spChg chg="add mod">
          <ac:chgData name="Carl Hill" userId="c2c04adba249737f" providerId="LiveId" clId="{768FA59D-518F-45B4-AEF8-4EC77CF8F4A2}" dt="2026-09-12T00:00:30.366" v="520" actId="14100"/>
          <ac:spMkLst>
            <pc:docMk/>
            <pc:sldMk cId="1606936594" sldId="264"/>
            <ac:spMk id="18" creationId="{34800D5C-0590-2171-1EDE-BE11269D4746}"/>
          </ac:spMkLst>
        </pc:spChg>
        <pc:picChg chg="add mod">
          <ac:chgData name="Carl Hill" userId="c2c04adba249737f" providerId="LiveId" clId="{768FA59D-518F-45B4-AEF8-4EC77CF8F4A2}" dt="2026-09-11T23:56:57.596" v="428" actId="1076"/>
          <ac:picMkLst>
            <pc:docMk/>
            <pc:sldMk cId="1606936594" sldId="264"/>
            <ac:picMk id="5" creationId="{647DE7C9-C87E-0087-81B3-B754115D9773}"/>
          </ac:picMkLst>
        </pc:picChg>
        <pc:picChg chg="add mod">
          <ac:chgData name="Carl Hill" userId="c2c04adba249737f" providerId="LiveId" clId="{768FA59D-518F-45B4-AEF8-4EC77CF8F4A2}" dt="2026-09-11T23:58:45.903" v="439" actId="1076"/>
          <ac:picMkLst>
            <pc:docMk/>
            <pc:sldMk cId="1606936594" sldId="264"/>
            <ac:picMk id="7" creationId="{D46DD50C-F9D7-499E-6CF5-5203126C7C1F}"/>
          </ac:picMkLst>
        </pc:picChg>
        <pc:picChg chg="add mod">
          <ac:chgData name="Carl Hill" userId="c2c04adba249737f" providerId="LiveId" clId="{768FA59D-518F-45B4-AEF8-4EC77CF8F4A2}" dt="2026-09-11T23:58:49.549" v="440" actId="1076"/>
          <ac:picMkLst>
            <pc:docMk/>
            <pc:sldMk cId="1606936594" sldId="264"/>
            <ac:picMk id="9" creationId="{E7FD4C53-621F-FEEE-989A-E79210898261}"/>
          </ac:picMkLst>
        </pc:picChg>
        <pc:picChg chg="add mod">
          <ac:chgData name="Carl Hill" userId="c2c04adba249737f" providerId="LiveId" clId="{768FA59D-518F-45B4-AEF8-4EC77CF8F4A2}" dt="2026-09-11T23:58:35.687" v="435" actId="1076"/>
          <ac:picMkLst>
            <pc:docMk/>
            <pc:sldMk cId="1606936594" sldId="264"/>
            <ac:picMk id="11" creationId="{62F713E3-770C-5FF7-B499-C0D4B25CD3AB}"/>
          </ac:picMkLst>
        </pc:picChg>
        <pc:picChg chg="add del">
          <ac:chgData name="Carl Hill" userId="c2c04adba249737f" providerId="LiveId" clId="{768FA59D-518F-45B4-AEF8-4EC77CF8F4A2}" dt="2026-09-11T23:59:25.659" v="446" actId="478"/>
          <ac:picMkLst>
            <pc:docMk/>
            <pc:sldMk cId="1606936594" sldId="264"/>
            <ac:picMk id="15" creationId="{7567DAC1-F6BF-7AA5-BD1E-2E645EF55142}"/>
          </ac:picMkLst>
        </pc:picChg>
      </pc:sldChg>
      <pc:sldChg chg="addSp delSp modSp new mod">
        <pc:chgData name="Carl Hill" userId="c2c04adba249737f" providerId="LiveId" clId="{768FA59D-518F-45B4-AEF8-4EC77CF8F4A2}" dt="2026-09-12T00:28:31.002" v="818" actId="1076"/>
        <pc:sldMkLst>
          <pc:docMk/>
          <pc:sldMk cId="3661887145" sldId="265"/>
        </pc:sldMkLst>
        <pc:spChg chg="del">
          <ac:chgData name="Carl Hill" userId="c2c04adba249737f" providerId="LiveId" clId="{768FA59D-518F-45B4-AEF8-4EC77CF8F4A2}" dt="2026-09-12T00:23:07.502" v="522" actId="478"/>
          <ac:spMkLst>
            <pc:docMk/>
            <pc:sldMk cId="3661887145" sldId="265"/>
            <ac:spMk id="2" creationId="{55AFC91E-ADB0-FBDF-7DD7-37CFAFE96B72}"/>
          </ac:spMkLst>
        </pc:spChg>
        <pc:spChg chg="del">
          <ac:chgData name="Carl Hill" userId="c2c04adba249737f" providerId="LiveId" clId="{768FA59D-518F-45B4-AEF8-4EC77CF8F4A2}" dt="2026-09-12T00:23:07.502" v="522" actId="478"/>
          <ac:spMkLst>
            <pc:docMk/>
            <pc:sldMk cId="3661887145" sldId="265"/>
            <ac:spMk id="3" creationId="{9068C08B-FF04-2C1F-507D-25D235BA0DE7}"/>
          </ac:spMkLst>
        </pc:spChg>
        <pc:spChg chg="add">
          <ac:chgData name="Carl Hill" userId="c2c04adba249737f" providerId="LiveId" clId="{768FA59D-518F-45B4-AEF8-4EC77CF8F4A2}" dt="2026-09-12T00:26:36.463" v="559" actId="11529"/>
          <ac:spMkLst>
            <pc:docMk/>
            <pc:sldMk cId="3661887145" sldId="265"/>
            <ac:spMk id="18" creationId="{7B259AD4-4AC4-D7E0-DB75-D92EFD893050}"/>
          </ac:spMkLst>
        </pc:spChg>
        <pc:spChg chg="add mod">
          <ac:chgData name="Carl Hill" userId="c2c04adba249737f" providerId="LiveId" clId="{768FA59D-518F-45B4-AEF8-4EC77CF8F4A2}" dt="2026-09-12T00:26:49.196" v="563" actId="1076"/>
          <ac:spMkLst>
            <pc:docMk/>
            <pc:sldMk cId="3661887145" sldId="265"/>
            <ac:spMk id="22" creationId="{11415B5B-C31F-F714-6DD4-D95A855789E9}"/>
          </ac:spMkLst>
        </pc:spChg>
        <pc:spChg chg="add mod">
          <ac:chgData name="Carl Hill" userId="c2c04adba249737f" providerId="LiveId" clId="{768FA59D-518F-45B4-AEF8-4EC77CF8F4A2}" dt="2026-09-12T00:26:54.855" v="566" actId="688"/>
          <ac:spMkLst>
            <pc:docMk/>
            <pc:sldMk cId="3661887145" sldId="265"/>
            <ac:spMk id="24" creationId="{7CE44473-F509-71D4-D6D1-A84550BCA2D8}"/>
          </ac:spMkLst>
        </pc:spChg>
        <pc:spChg chg="add mod">
          <ac:chgData name="Carl Hill" userId="c2c04adba249737f" providerId="LiveId" clId="{768FA59D-518F-45B4-AEF8-4EC77CF8F4A2}" dt="2026-09-12T00:27:01.083" v="569" actId="688"/>
          <ac:spMkLst>
            <pc:docMk/>
            <pc:sldMk cId="3661887145" sldId="265"/>
            <ac:spMk id="26" creationId="{51730340-212A-AC89-C161-778A7E3147E9}"/>
          </ac:spMkLst>
        </pc:spChg>
        <pc:spChg chg="add mod">
          <ac:chgData name="Carl Hill" userId="c2c04adba249737f" providerId="LiveId" clId="{768FA59D-518F-45B4-AEF8-4EC77CF8F4A2}" dt="2026-09-12T00:27:05.493" v="571" actId="1076"/>
          <ac:spMkLst>
            <pc:docMk/>
            <pc:sldMk cId="3661887145" sldId="265"/>
            <ac:spMk id="28" creationId="{9EF849EE-BF42-E379-AC56-93C3613BD42F}"/>
          </ac:spMkLst>
        </pc:spChg>
        <pc:spChg chg="add mod">
          <ac:chgData name="Carl Hill" userId="c2c04adba249737f" providerId="LiveId" clId="{768FA59D-518F-45B4-AEF8-4EC77CF8F4A2}" dt="2026-09-12T00:28:31.002" v="818" actId="1076"/>
          <ac:spMkLst>
            <pc:docMk/>
            <pc:sldMk cId="3661887145" sldId="265"/>
            <ac:spMk id="29" creationId="{F81794F5-1196-193F-09BE-50C1D21DC5F3}"/>
          </ac:spMkLst>
        </pc:spChg>
        <pc:picChg chg="add del mod">
          <ac:chgData name="Carl Hill" userId="c2c04adba249737f" providerId="LiveId" clId="{768FA59D-518F-45B4-AEF8-4EC77CF8F4A2}" dt="2026-09-12T00:25:32.533" v="537" actId="478"/>
          <ac:picMkLst>
            <pc:docMk/>
            <pc:sldMk cId="3661887145" sldId="265"/>
            <ac:picMk id="5" creationId="{75130CBF-4F7A-4285-69BA-6346E537BC1F}"/>
          </ac:picMkLst>
        </pc:picChg>
        <pc:picChg chg="add mod">
          <ac:chgData name="Carl Hill" userId="c2c04adba249737f" providerId="LiveId" clId="{768FA59D-518F-45B4-AEF8-4EC77CF8F4A2}" dt="2026-09-12T00:26:17.320" v="555" actId="1076"/>
          <ac:picMkLst>
            <pc:docMk/>
            <pc:sldMk cId="3661887145" sldId="265"/>
            <ac:picMk id="7" creationId="{E7188E5C-BDFF-EC94-D0C0-A920D5C41602}"/>
          </ac:picMkLst>
        </pc:picChg>
        <pc:picChg chg="add mod">
          <ac:chgData name="Carl Hill" userId="c2c04adba249737f" providerId="LiveId" clId="{768FA59D-518F-45B4-AEF8-4EC77CF8F4A2}" dt="2026-09-12T00:26:05.261" v="551" actId="1076"/>
          <ac:picMkLst>
            <pc:docMk/>
            <pc:sldMk cId="3661887145" sldId="265"/>
            <ac:picMk id="9" creationId="{24AEB927-372A-C0E0-4A90-391610755E3F}"/>
          </ac:picMkLst>
        </pc:picChg>
        <pc:picChg chg="add mod">
          <ac:chgData name="Carl Hill" userId="c2c04adba249737f" providerId="LiveId" clId="{768FA59D-518F-45B4-AEF8-4EC77CF8F4A2}" dt="2026-09-12T00:26:25.068" v="558" actId="1076"/>
          <ac:picMkLst>
            <pc:docMk/>
            <pc:sldMk cId="3661887145" sldId="265"/>
            <ac:picMk id="11" creationId="{9E86F2E2-8E98-367B-307D-0C9294867401}"/>
          </ac:picMkLst>
        </pc:picChg>
        <pc:picChg chg="add mod">
          <ac:chgData name="Carl Hill" userId="c2c04adba249737f" providerId="LiveId" clId="{768FA59D-518F-45B4-AEF8-4EC77CF8F4A2}" dt="2026-09-12T00:26:23.107" v="557" actId="14100"/>
          <ac:picMkLst>
            <pc:docMk/>
            <pc:sldMk cId="3661887145" sldId="265"/>
            <ac:picMk id="13" creationId="{509C62C3-86EF-2AE5-2CE2-F7D2FA53E387}"/>
          </ac:picMkLst>
        </pc:picChg>
        <pc:picChg chg="add mod">
          <ac:chgData name="Carl Hill" userId="c2c04adba249737f" providerId="LiveId" clId="{768FA59D-518F-45B4-AEF8-4EC77CF8F4A2}" dt="2026-09-12T00:25:54.070" v="548" actId="1076"/>
          <ac:picMkLst>
            <pc:docMk/>
            <pc:sldMk cId="3661887145" sldId="265"/>
            <ac:picMk id="15" creationId="{886C7168-23F6-485B-1A4F-250F6FEA2928}"/>
          </ac:picMkLst>
        </pc:picChg>
        <pc:picChg chg="add mod">
          <ac:chgData name="Carl Hill" userId="c2c04adba249737f" providerId="LiveId" clId="{768FA59D-518F-45B4-AEF8-4EC77CF8F4A2}" dt="2026-09-12T00:25:37.735" v="540" actId="14100"/>
          <ac:picMkLst>
            <pc:docMk/>
            <pc:sldMk cId="3661887145" sldId="265"/>
            <ac:picMk id="17" creationId="{ADF5294C-38F2-4CC8-55CE-5F4EC4C20E06}"/>
          </ac:picMkLst>
        </pc:picChg>
        <pc:picChg chg="add del">
          <ac:chgData name="Carl Hill" userId="c2c04adba249737f" providerId="LiveId" clId="{768FA59D-518F-45B4-AEF8-4EC77CF8F4A2}" dt="2026-09-12T00:26:44.361" v="561" actId="478"/>
          <ac:picMkLst>
            <pc:docMk/>
            <pc:sldMk cId="3661887145" sldId="265"/>
            <ac:picMk id="20" creationId="{FF7C024C-CD1E-697E-00A8-76B1D9313336}"/>
          </ac:picMkLst>
        </pc:picChg>
      </pc:sldChg>
      <pc:sldChg chg="addSp delSp modSp new mod">
        <pc:chgData name="Carl Hill" userId="c2c04adba249737f" providerId="LiveId" clId="{768FA59D-518F-45B4-AEF8-4EC77CF8F4A2}" dt="2026-09-12T02:10:22.211" v="2248" actId="20577"/>
        <pc:sldMkLst>
          <pc:docMk/>
          <pc:sldMk cId="1646348711" sldId="266"/>
        </pc:sldMkLst>
        <pc:spChg chg="del">
          <ac:chgData name="Carl Hill" userId="c2c04adba249737f" providerId="LiveId" clId="{768FA59D-518F-45B4-AEF8-4EC77CF8F4A2}" dt="2026-09-12T01:57:44.716" v="820" actId="478"/>
          <ac:spMkLst>
            <pc:docMk/>
            <pc:sldMk cId="1646348711" sldId="266"/>
            <ac:spMk id="2" creationId="{1AE91115-098C-4350-1242-285767AA41DE}"/>
          </ac:spMkLst>
        </pc:spChg>
        <pc:spChg chg="del">
          <ac:chgData name="Carl Hill" userId="c2c04adba249737f" providerId="LiveId" clId="{768FA59D-518F-45B4-AEF8-4EC77CF8F4A2}" dt="2026-09-12T01:57:44.716" v="820" actId="478"/>
          <ac:spMkLst>
            <pc:docMk/>
            <pc:sldMk cId="1646348711" sldId="266"/>
            <ac:spMk id="3" creationId="{777A31EC-5A96-EE9C-B49C-69858DAC817D}"/>
          </ac:spMkLst>
        </pc:spChg>
        <pc:spChg chg="add mod">
          <ac:chgData name="Carl Hill" userId="c2c04adba249737f" providerId="LiveId" clId="{768FA59D-518F-45B4-AEF8-4EC77CF8F4A2}" dt="2026-09-12T02:09:56.251" v="2216" actId="20577"/>
          <ac:spMkLst>
            <pc:docMk/>
            <pc:sldMk cId="1646348711" sldId="266"/>
            <ac:spMk id="12" creationId="{C6BACA27-A1ED-338A-CBB2-A3253708DD76}"/>
          </ac:spMkLst>
        </pc:spChg>
        <pc:spChg chg="add mod ord">
          <ac:chgData name="Carl Hill" userId="c2c04adba249737f" providerId="LiveId" clId="{768FA59D-518F-45B4-AEF8-4EC77CF8F4A2}" dt="2026-09-12T02:10:22.211" v="2248" actId="20577"/>
          <ac:spMkLst>
            <pc:docMk/>
            <pc:sldMk cId="1646348711" sldId="266"/>
            <ac:spMk id="13" creationId="{D8860E96-FA49-D369-C077-17AD8E5CAA80}"/>
          </ac:spMkLst>
        </pc:spChg>
        <pc:picChg chg="add mod">
          <ac:chgData name="Carl Hill" userId="c2c04adba249737f" providerId="LiveId" clId="{768FA59D-518F-45B4-AEF8-4EC77CF8F4A2}" dt="2026-09-12T02:08:02.696" v="2125" actId="14100"/>
          <ac:picMkLst>
            <pc:docMk/>
            <pc:sldMk cId="1646348711" sldId="266"/>
            <ac:picMk id="5" creationId="{8848BC62-FC1A-401C-2604-947B1596D69A}"/>
          </ac:picMkLst>
        </pc:picChg>
        <pc:picChg chg="add mod">
          <ac:chgData name="Carl Hill" userId="c2c04adba249737f" providerId="LiveId" clId="{768FA59D-518F-45B4-AEF8-4EC77CF8F4A2}" dt="2026-09-12T02:08:08.099" v="2127" actId="14100"/>
          <ac:picMkLst>
            <pc:docMk/>
            <pc:sldMk cId="1646348711" sldId="266"/>
            <ac:picMk id="7" creationId="{921BB370-003C-81FF-AF4B-73648BA823CA}"/>
          </ac:picMkLst>
        </pc:picChg>
        <pc:cxnChg chg="add del mod">
          <ac:chgData name="Carl Hill" userId="c2c04adba249737f" providerId="LiveId" clId="{768FA59D-518F-45B4-AEF8-4EC77CF8F4A2}" dt="2026-09-12T02:08:19.690" v="2131" actId="478"/>
          <ac:cxnSpMkLst>
            <pc:docMk/>
            <pc:sldMk cId="1646348711" sldId="266"/>
            <ac:cxnSpMk id="9" creationId="{DC8AD363-7594-95F0-3E39-1C6AC724AE8E}"/>
          </ac:cxnSpMkLst>
        </pc:cxnChg>
        <pc:cxnChg chg="add del mod">
          <ac:chgData name="Carl Hill" userId="c2c04adba249737f" providerId="LiveId" clId="{768FA59D-518F-45B4-AEF8-4EC77CF8F4A2}" dt="2026-09-12T02:08:17.009" v="2130" actId="478"/>
          <ac:cxnSpMkLst>
            <pc:docMk/>
            <pc:sldMk cId="1646348711" sldId="266"/>
            <ac:cxnSpMk id="11" creationId="{BC618EC5-B742-30E7-33EA-19D8D635C38B}"/>
          </ac:cxnSpMkLst>
        </pc:cxnChg>
      </pc:sldChg>
      <pc:sldChg chg="addSp delSp modSp new mod">
        <pc:chgData name="Carl Hill" userId="c2c04adba249737f" providerId="LiveId" clId="{768FA59D-518F-45B4-AEF8-4EC77CF8F4A2}" dt="2026-09-12T04:06:43.262" v="3381" actId="1076"/>
        <pc:sldMkLst>
          <pc:docMk/>
          <pc:sldMk cId="3658781675" sldId="267"/>
        </pc:sldMkLst>
        <pc:spChg chg="del">
          <ac:chgData name="Carl Hill" userId="c2c04adba249737f" providerId="LiveId" clId="{768FA59D-518F-45B4-AEF8-4EC77CF8F4A2}" dt="2026-09-12T03:58:54.001" v="2250" actId="478"/>
          <ac:spMkLst>
            <pc:docMk/>
            <pc:sldMk cId="3658781675" sldId="267"/>
            <ac:spMk id="2" creationId="{3DE56E37-0AFF-C161-F08F-03CDF74FA9F1}"/>
          </ac:spMkLst>
        </pc:spChg>
        <pc:spChg chg="del">
          <ac:chgData name="Carl Hill" userId="c2c04adba249737f" providerId="LiveId" clId="{768FA59D-518F-45B4-AEF8-4EC77CF8F4A2}" dt="2026-09-12T03:58:54.001" v="2250" actId="478"/>
          <ac:spMkLst>
            <pc:docMk/>
            <pc:sldMk cId="3658781675" sldId="267"/>
            <ac:spMk id="3" creationId="{30E2A3E1-42DB-7043-8017-B13192AE9DFD}"/>
          </ac:spMkLst>
        </pc:spChg>
        <pc:spChg chg="add mod">
          <ac:chgData name="Carl Hill" userId="c2c04adba249737f" providerId="LiveId" clId="{768FA59D-518F-45B4-AEF8-4EC77CF8F4A2}" dt="2026-09-12T04:06:33.301" v="3379" actId="1076"/>
          <ac:spMkLst>
            <pc:docMk/>
            <pc:sldMk cId="3658781675" sldId="267"/>
            <ac:spMk id="6" creationId="{FBF0B6C7-E010-445F-2A17-8CA47792EE09}"/>
          </ac:spMkLst>
        </pc:spChg>
        <pc:spChg chg="add mod">
          <ac:chgData name="Carl Hill" userId="c2c04adba249737f" providerId="LiveId" clId="{768FA59D-518F-45B4-AEF8-4EC77CF8F4A2}" dt="2026-09-12T04:03:25.207" v="2715" actId="20577"/>
          <ac:spMkLst>
            <pc:docMk/>
            <pc:sldMk cId="3658781675" sldId="267"/>
            <ac:spMk id="7" creationId="{CCC55840-F88C-A493-4798-160A66266461}"/>
          </ac:spMkLst>
        </pc:spChg>
        <pc:spChg chg="add mod">
          <ac:chgData name="Carl Hill" userId="c2c04adba249737f" providerId="LiveId" clId="{768FA59D-518F-45B4-AEF8-4EC77CF8F4A2}" dt="2026-09-12T04:06:31.397" v="3378" actId="14100"/>
          <ac:spMkLst>
            <pc:docMk/>
            <pc:sldMk cId="3658781675" sldId="267"/>
            <ac:spMk id="9" creationId="{9E271208-5D93-D194-496D-8127654BC2D7}"/>
          </ac:spMkLst>
        </pc:spChg>
        <pc:picChg chg="add mod">
          <ac:chgData name="Carl Hill" userId="c2c04adba249737f" providerId="LiveId" clId="{768FA59D-518F-45B4-AEF8-4EC77CF8F4A2}" dt="2026-09-12T04:06:43.262" v="3381" actId="1076"/>
          <ac:picMkLst>
            <pc:docMk/>
            <pc:sldMk cId="3658781675" sldId="267"/>
            <ac:picMk id="5" creationId="{810B34EA-EB8B-75DE-1C55-04A8AC2FD459}"/>
          </ac:picMkLst>
        </pc:picChg>
      </pc:sldChg>
      <pc:sldChg chg="addSp delSp modSp new mod">
        <pc:chgData name="Carl Hill" userId="c2c04adba249737f" providerId="LiveId" clId="{768FA59D-518F-45B4-AEF8-4EC77CF8F4A2}" dt="2026-09-12T04:42:57.212" v="3553" actId="478"/>
        <pc:sldMkLst>
          <pc:docMk/>
          <pc:sldMk cId="2788143978" sldId="268"/>
        </pc:sldMkLst>
        <pc:spChg chg="del">
          <ac:chgData name="Carl Hill" userId="c2c04adba249737f" providerId="LiveId" clId="{768FA59D-518F-45B4-AEF8-4EC77CF8F4A2}" dt="2026-09-12T04:29:58.263" v="3383" actId="478"/>
          <ac:spMkLst>
            <pc:docMk/>
            <pc:sldMk cId="2788143978" sldId="268"/>
            <ac:spMk id="2" creationId="{54E37493-6230-19CD-A53C-7FCAA1D0E60D}"/>
          </ac:spMkLst>
        </pc:spChg>
        <pc:spChg chg="del">
          <ac:chgData name="Carl Hill" userId="c2c04adba249737f" providerId="LiveId" clId="{768FA59D-518F-45B4-AEF8-4EC77CF8F4A2}" dt="2026-09-12T04:29:58.263" v="3383" actId="478"/>
          <ac:spMkLst>
            <pc:docMk/>
            <pc:sldMk cId="2788143978" sldId="268"/>
            <ac:spMk id="3" creationId="{E98A6E08-5F2E-3C2B-1DDC-1DF4C9989725}"/>
          </ac:spMkLst>
        </pc:spChg>
        <pc:spChg chg="add mod">
          <ac:chgData name="Carl Hill" userId="c2c04adba249737f" providerId="LiveId" clId="{768FA59D-518F-45B4-AEF8-4EC77CF8F4A2}" dt="2026-09-12T04:41:18.056" v="3496" actId="1076"/>
          <ac:spMkLst>
            <pc:docMk/>
            <pc:sldMk cId="2788143978" sldId="268"/>
            <ac:spMk id="6" creationId="{5346A61F-3EE5-D898-A076-E764D7796408}"/>
          </ac:spMkLst>
        </pc:spChg>
        <pc:spChg chg="add mod">
          <ac:chgData name="Carl Hill" userId="c2c04adba249737f" providerId="LiveId" clId="{768FA59D-518F-45B4-AEF8-4EC77CF8F4A2}" dt="2026-09-12T04:42:39.108" v="3550" actId="14100"/>
          <ac:spMkLst>
            <pc:docMk/>
            <pc:sldMk cId="2788143978" sldId="268"/>
            <ac:spMk id="10" creationId="{31ED4E80-37A5-E8EB-AC67-FACE3DA8229F}"/>
          </ac:spMkLst>
        </pc:spChg>
        <pc:spChg chg="add del mod">
          <ac:chgData name="Carl Hill" userId="c2c04adba249737f" providerId="LiveId" clId="{768FA59D-518F-45B4-AEF8-4EC77CF8F4A2}" dt="2026-09-12T04:42:57.212" v="3553" actId="478"/>
          <ac:spMkLst>
            <pc:docMk/>
            <pc:sldMk cId="2788143978" sldId="268"/>
            <ac:spMk id="12" creationId="{1A1A0BEA-CD51-A083-7994-FEC17CA37639}"/>
          </ac:spMkLst>
        </pc:spChg>
        <pc:picChg chg="add del">
          <ac:chgData name="Carl Hill" userId="c2c04adba249737f" providerId="LiveId" clId="{768FA59D-518F-45B4-AEF8-4EC77CF8F4A2}" dt="2026-09-12T04:41:05.902" v="3492" actId="478"/>
          <ac:picMkLst>
            <pc:docMk/>
            <pc:sldMk cId="2788143978" sldId="268"/>
            <ac:picMk id="5" creationId="{00EFF24D-2767-429E-E7C0-81E01439B0BB}"/>
          </ac:picMkLst>
        </pc:picChg>
        <pc:picChg chg="add ord">
          <ac:chgData name="Carl Hill" userId="c2c04adba249737f" providerId="LiveId" clId="{768FA59D-518F-45B4-AEF8-4EC77CF8F4A2}" dt="2026-09-12T04:41:15.070" v="3495" actId="167"/>
          <ac:picMkLst>
            <pc:docMk/>
            <pc:sldMk cId="2788143978" sldId="268"/>
            <ac:picMk id="8" creationId="{ECA4705C-E337-E571-B85B-5EE0A2065A28}"/>
          </ac:picMkLst>
        </pc:picChg>
      </pc:sldChg>
      <pc:sldChg chg="add">
        <pc:chgData name="Carl Hill" userId="c2c04adba249737f" providerId="LiveId" clId="{768FA59D-518F-45B4-AEF8-4EC77CF8F4A2}" dt="2026-09-12T04:41:03.433" v="3491" actId="2890"/>
        <pc:sldMkLst>
          <pc:docMk/>
          <pc:sldMk cId="4226244420" sldId="269"/>
        </pc:sldMkLst>
      </pc:sldChg>
      <pc:sldChg chg="addSp delSp modSp add mod">
        <pc:chgData name="Carl Hill" userId="c2c04adba249737f" providerId="LiveId" clId="{768FA59D-518F-45B4-AEF8-4EC77CF8F4A2}" dt="2026-09-12T05:01:57.184" v="3723" actId="14100"/>
        <pc:sldMkLst>
          <pc:docMk/>
          <pc:sldMk cId="593801345" sldId="270"/>
        </pc:sldMkLst>
        <pc:spChg chg="del">
          <ac:chgData name="Carl Hill" userId="c2c04adba249737f" providerId="LiveId" clId="{768FA59D-518F-45B4-AEF8-4EC77CF8F4A2}" dt="2026-09-12T04:59:01.909" v="3558" actId="478"/>
          <ac:spMkLst>
            <pc:docMk/>
            <pc:sldMk cId="593801345" sldId="270"/>
            <ac:spMk id="6" creationId="{C3A90632-4EBD-9433-DD53-965ACFC2C279}"/>
          </ac:spMkLst>
        </pc:spChg>
        <pc:spChg chg="mod">
          <ac:chgData name="Carl Hill" userId="c2c04adba249737f" providerId="LiveId" clId="{768FA59D-518F-45B4-AEF8-4EC77CF8F4A2}" dt="2026-09-12T05:01:39.659" v="3719" actId="5793"/>
          <ac:spMkLst>
            <pc:docMk/>
            <pc:sldMk cId="593801345" sldId="270"/>
            <ac:spMk id="10" creationId="{142DD8C9-2776-B7F2-A1BF-AA679404ED45}"/>
          </ac:spMkLst>
        </pc:spChg>
        <pc:picChg chg="add del mod ord">
          <ac:chgData name="Carl Hill" userId="c2c04adba249737f" providerId="LiveId" clId="{768FA59D-518F-45B4-AEF8-4EC77CF8F4A2}" dt="2026-09-12T04:59:56.348" v="3565" actId="478"/>
          <ac:picMkLst>
            <pc:docMk/>
            <pc:sldMk cId="593801345" sldId="270"/>
            <ac:picMk id="3" creationId="{79F3B0BD-2A26-BD35-A3CE-39019332F22E}"/>
          </ac:picMkLst>
        </pc:picChg>
        <pc:picChg chg="add mod ord">
          <ac:chgData name="Carl Hill" userId="c2c04adba249737f" providerId="LiveId" clId="{768FA59D-518F-45B4-AEF8-4EC77CF8F4A2}" dt="2026-09-12T05:01:55.028" v="3722" actId="1076"/>
          <ac:picMkLst>
            <pc:docMk/>
            <pc:sldMk cId="593801345" sldId="270"/>
            <ac:picMk id="5" creationId="{00807155-79BB-2498-EACD-2B39072E198A}"/>
          </ac:picMkLst>
        </pc:picChg>
        <pc:picChg chg="del">
          <ac:chgData name="Carl Hill" userId="c2c04adba249737f" providerId="LiveId" clId="{768FA59D-518F-45B4-AEF8-4EC77CF8F4A2}" dt="2026-09-12T04:58:55.035" v="3555" actId="478"/>
          <ac:picMkLst>
            <pc:docMk/>
            <pc:sldMk cId="593801345" sldId="270"/>
            <ac:picMk id="8" creationId="{66768CFF-0B76-78E5-143C-894F4960B68B}"/>
          </ac:picMkLst>
        </pc:picChg>
        <pc:picChg chg="add mod ord">
          <ac:chgData name="Carl Hill" userId="c2c04adba249737f" providerId="LiveId" clId="{768FA59D-518F-45B4-AEF8-4EC77CF8F4A2}" dt="2026-09-12T05:00:56.078" v="3572" actId="1076"/>
          <ac:picMkLst>
            <pc:docMk/>
            <pc:sldMk cId="593801345" sldId="270"/>
            <ac:picMk id="9" creationId="{7ABB4385-9BD7-DA25-5602-DE7173760B9D}"/>
          </ac:picMkLst>
        </pc:picChg>
        <pc:cxnChg chg="add mod">
          <ac:chgData name="Carl Hill" userId="c2c04adba249737f" providerId="LiveId" clId="{768FA59D-518F-45B4-AEF8-4EC77CF8F4A2}" dt="2026-09-12T05:01:57.184" v="3723" actId="14100"/>
          <ac:cxnSpMkLst>
            <pc:docMk/>
            <pc:sldMk cId="593801345" sldId="270"/>
            <ac:cxnSpMk id="12" creationId="{BAC7BF10-E024-4537-04CB-5D71C4B7CAD5}"/>
          </ac:cxnSpMkLst>
        </pc:cxnChg>
      </pc:sldChg>
      <pc:sldChg chg="addSp delSp modSp new mod">
        <pc:chgData name="Carl Hill" userId="c2c04adba249737f" providerId="LiveId" clId="{768FA59D-518F-45B4-AEF8-4EC77CF8F4A2}" dt="2026-09-12T05:10:39.700" v="4187" actId="20577"/>
        <pc:sldMkLst>
          <pc:docMk/>
          <pc:sldMk cId="571290083" sldId="271"/>
        </pc:sldMkLst>
        <pc:spChg chg="del">
          <ac:chgData name="Carl Hill" userId="c2c04adba249737f" providerId="LiveId" clId="{768FA59D-518F-45B4-AEF8-4EC77CF8F4A2}" dt="2026-09-12T05:03:48.311" v="3725" actId="478"/>
          <ac:spMkLst>
            <pc:docMk/>
            <pc:sldMk cId="571290083" sldId="271"/>
            <ac:spMk id="2" creationId="{0A91780D-7876-5816-7829-F9A9D929C1A2}"/>
          </ac:spMkLst>
        </pc:spChg>
        <pc:spChg chg="del">
          <ac:chgData name="Carl Hill" userId="c2c04adba249737f" providerId="LiveId" clId="{768FA59D-518F-45B4-AEF8-4EC77CF8F4A2}" dt="2026-09-12T05:03:48.311" v="3725" actId="478"/>
          <ac:spMkLst>
            <pc:docMk/>
            <pc:sldMk cId="571290083" sldId="271"/>
            <ac:spMk id="3" creationId="{40E9E0EA-BB9A-5B0B-0E13-9656A591643C}"/>
          </ac:spMkLst>
        </pc:spChg>
        <pc:spChg chg="add mod">
          <ac:chgData name="Carl Hill" userId="c2c04adba249737f" providerId="LiveId" clId="{768FA59D-518F-45B4-AEF8-4EC77CF8F4A2}" dt="2026-09-12T05:04:16.450" v="3753" actId="14100"/>
          <ac:spMkLst>
            <pc:docMk/>
            <pc:sldMk cId="571290083" sldId="271"/>
            <ac:spMk id="7" creationId="{4D9D9104-84A4-2F83-F3CD-697906C19158}"/>
          </ac:spMkLst>
        </pc:spChg>
        <pc:spChg chg="add mod">
          <ac:chgData name="Carl Hill" userId="c2c04adba249737f" providerId="LiveId" clId="{768FA59D-518F-45B4-AEF8-4EC77CF8F4A2}" dt="2026-09-12T05:09:31.998" v="3945" actId="13822"/>
          <ac:spMkLst>
            <pc:docMk/>
            <pc:sldMk cId="571290083" sldId="271"/>
            <ac:spMk id="15" creationId="{F323FFEF-68E7-3C3E-50FA-DA735D66AAB0}"/>
          </ac:spMkLst>
        </pc:spChg>
        <pc:spChg chg="add mod">
          <ac:chgData name="Carl Hill" userId="c2c04adba249737f" providerId="LiveId" clId="{768FA59D-518F-45B4-AEF8-4EC77CF8F4A2}" dt="2026-09-12T05:10:39.700" v="4187" actId="20577"/>
          <ac:spMkLst>
            <pc:docMk/>
            <pc:sldMk cId="571290083" sldId="271"/>
            <ac:spMk id="18" creationId="{01C43F42-16C6-2758-F3FF-4B5EA7F22690}"/>
          </ac:spMkLst>
        </pc:spChg>
        <pc:picChg chg="add mod">
          <ac:chgData name="Carl Hill" userId="c2c04adba249737f" providerId="LiveId" clId="{768FA59D-518F-45B4-AEF8-4EC77CF8F4A2}" dt="2026-09-12T05:03:51.556" v="3727" actId="1076"/>
          <ac:picMkLst>
            <pc:docMk/>
            <pc:sldMk cId="571290083" sldId="271"/>
            <ac:picMk id="5" creationId="{AB24902D-158C-E751-6DA8-46936B7E7192}"/>
          </ac:picMkLst>
        </pc:picChg>
        <pc:picChg chg="add mod">
          <ac:chgData name="Carl Hill" userId="c2c04adba249737f" providerId="LiveId" clId="{768FA59D-518F-45B4-AEF8-4EC77CF8F4A2}" dt="2026-09-12T05:05:15.955" v="3756" actId="14100"/>
          <ac:picMkLst>
            <pc:docMk/>
            <pc:sldMk cId="571290083" sldId="271"/>
            <ac:picMk id="9" creationId="{4A273603-0CCA-AA15-8C77-ABDDF851CDE8}"/>
          </ac:picMkLst>
        </pc:picChg>
        <pc:picChg chg="add mod">
          <ac:chgData name="Carl Hill" userId="c2c04adba249737f" providerId="LiveId" clId="{768FA59D-518F-45B4-AEF8-4EC77CF8F4A2}" dt="2026-09-12T05:07:36.476" v="3760" actId="1076"/>
          <ac:picMkLst>
            <pc:docMk/>
            <pc:sldMk cId="571290083" sldId="271"/>
            <ac:picMk id="13" creationId="{0813A824-A531-ACF4-62A7-C59108618EBF}"/>
          </ac:picMkLst>
        </pc:picChg>
        <pc:cxnChg chg="add mod">
          <ac:chgData name="Carl Hill" userId="c2c04adba249737f" providerId="LiveId" clId="{768FA59D-518F-45B4-AEF8-4EC77CF8F4A2}" dt="2026-09-12T05:05:22.997" v="3758" actId="13822"/>
          <ac:cxnSpMkLst>
            <pc:docMk/>
            <pc:sldMk cId="571290083" sldId="271"/>
            <ac:cxnSpMk id="11" creationId="{09208B05-E71A-ADF5-56C6-5E5466F68FE4}"/>
          </ac:cxnSpMkLst>
        </pc:cxnChg>
        <pc:cxnChg chg="add mod">
          <ac:chgData name="Carl Hill" userId="c2c04adba249737f" providerId="LiveId" clId="{768FA59D-518F-45B4-AEF8-4EC77CF8F4A2}" dt="2026-09-12T05:08:07.819" v="3803" actId="13822"/>
          <ac:cxnSpMkLst>
            <pc:docMk/>
            <pc:sldMk cId="571290083" sldId="271"/>
            <ac:cxnSpMk id="17" creationId="{DC86BE6E-B17D-2B94-E03F-3E60FF8A7045}"/>
          </ac:cxnSpMkLst>
        </pc:cxnChg>
      </pc:sldChg>
      <pc:sldChg chg="addSp delSp modSp new mod">
        <pc:chgData name="Carl Hill" userId="c2c04adba249737f" providerId="LiveId" clId="{768FA59D-518F-45B4-AEF8-4EC77CF8F4A2}" dt="2026-09-12T08:09:39.182" v="4429" actId="120"/>
        <pc:sldMkLst>
          <pc:docMk/>
          <pc:sldMk cId="1535066415" sldId="272"/>
        </pc:sldMkLst>
        <pc:spChg chg="del">
          <ac:chgData name="Carl Hill" userId="c2c04adba249737f" providerId="LiveId" clId="{768FA59D-518F-45B4-AEF8-4EC77CF8F4A2}" dt="2026-09-12T08:08:00.999" v="4189" actId="478"/>
          <ac:spMkLst>
            <pc:docMk/>
            <pc:sldMk cId="1535066415" sldId="272"/>
            <ac:spMk id="2" creationId="{9DF274D5-F954-B9AB-8FEB-484F3390ABB4}"/>
          </ac:spMkLst>
        </pc:spChg>
        <pc:spChg chg="del">
          <ac:chgData name="Carl Hill" userId="c2c04adba249737f" providerId="LiveId" clId="{768FA59D-518F-45B4-AEF8-4EC77CF8F4A2}" dt="2026-09-12T08:08:00.999" v="4189" actId="478"/>
          <ac:spMkLst>
            <pc:docMk/>
            <pc:sldMk cId="1535066415" sldId="272"/>
            <ac:spMk id="3" creationId="{1EF5DD9B-2FEA-7071-BB0C-DB68964AA487}"/>
          </ac:spMkLst>
        </pc:spChg>
        <pc:spChg chg="add mod">
          <ac:chgData name="Carl Hill" userId="c2c04adba249737f" providerId="LiveId" clId="{768FA59D-518F-45B4-AEF8-4EC77CF8F4A2}" dt="2026-09-12T08:09:39.182" v="4429" actId="120"/>
          <ac:spMkLst>
            <pc:docMk/>
            <pc:sldMk cId="1535066415" sldId="272"/>
            <ac:spMk id="6" creationId="{BFB32F07-4479-FE2C-FBBC-C80211C28129}"/>
          </ac:spMkLst>
        </pc:spChg>
        <pc:picChg chg="add">
          <ac:chgData name="Carl Hill" userId="c2c04adba249737f" providerId="LiveId" clId="{768FA59D-518F-45B4-AEF8-4EC77CF8F4A2}" dt="2026-09-12T08:08:01.457" v="4190" actId="22"/>
          <ac:picMkLst>
            <pc:docMk/>
            <pc:sldMk cId="1535066415" sldId="272"/>
            <ac:picMk id="5" creationId="{AADEF77B-E514-4F7A-75EA-04B91DD0D080}"/>
          </ac:picMkLst>
        </pc:picChg>
      </pc:sldChg>
      <pc:sldChg chg="addSp delSp modSp new mod">
        <pc:chgData name="Carl Hill" userId="c2c04adba249737f" providerId="LiveId" clId="{768FA59D-518F-45B4-AEF8-4EC77CF8F4A2}" dt="2026-09-12T08:53:03.923" v="4525" actId="13822"/>
        <pc:sldMkLst>
          <pc:docMk/>
          <pc:sldMk cId="1210572693" sldId="273"/>
        </pc:sldMkLst>
        <pc:spChg chg="del">
          <ac:chgData name="Carl Hill" userId="c2c04adba249737f" providerId="LiveId" clId="{768FA59D-518F-45B4-AEF8-4EC77CF8F4A2}" dt="2026-09-12T08:52:07.875" v="4431" actId="478"/>
          <ac:spMkLst>
            <pc:docMk/>
            <pc:sldMk cId="1210572693" sldId="273"/>
            <ac:spMk id="2" creationId="{6B175A89-819C-5C21-B6A2-DE5C49C2E034}"/>
          </ac:spMkLst>
        </pc:spChg>
        <pc:spChg chg="del">
          <ac:chgData name="Carl Hill" userId="c2c04adba249737f" providerId="LiveId" clId="{768FA59D-518F-45B4-AEF8-4EC77CF8F4A2}" dt="2026-09-12T08:52:07.875" v="4431" actId="478"/>
          <ac:spMkLst>
            <pc:docMk/>
            <pc:sldMk cId="1210572693" sldId="273"/>
            <ac:spMk id="3" creationId="{09F984F9-5C95-3AD7-BE03-1019D747C465}"/>
          </ac:spMkLst>
        </pc:spChg>
        <pc:spChg chg="add mod">
          <ac:chgData name="Carl Hill" userId="c2c04adba249737f" providerId="LiveId" clId="{768FA59D-518F-45B4-AEF8-4EC77CF8F4A2}" dt="2026-09-12T08:52:47.224" v="4521" actId="14100"/>
          <ac:spMkLst>
            <pc:docMk/>
            <pc:sldMk cId="1210572693" sldId="273"/>
            <ac:spMk id="6" creationId="{2D8B75BB-1BBA-5B1B-6AB8-5F2E90924650}"/>
          </ac:spMkLst>
        </pc:spChg>
        <pc:picChg chg="add mod">
          <ac:chgData name="Carl Hill" userId="c2c04adba249737f" providerId="LiveId" clId="{768FA59D-518F-45B4-AEF8-4EC77CF8F4A2}" dt="2026-09-12T08:52:17.362" v="4434" actId="1076"/>
          <ac:picMkLst>
            <pc:docMk/>
            <pc:sldMk cId="1210572693" sldId="273"/>
            <ac:picMk id="5" creationId="{983A1BC8-CD30-8739-FE13-A7A73C0F6E88}"/>
          </ac:picMkLst>
        </pc:picChg>
        <pc:cxnChg chg="add mod">
          <ac:chgData name="Carl Hill" userId="c2c04adba249737f" providerId="LiveId" clId="{768FA59D-518F-45B4-AEF8-4EC77CF8F4A2}" dt="2026-09-12T08:52:58.668" v="4523" actId="13822"/>
          <ac:cxnSpMkLst>
            <pc:docMk/>
            <pc:sldMk cId="1210572693" sldId="273"/>
            <ac:cxnSpMk id="8" creationId="{AB3B8CC5-DC1B-E605-6FD2-3D0D496D49B3}"/>
          </ac:cxnSpMkLst>
        </pc:cxnChg>
        <pc:cxnChg chg="add mod">
          <ac:chgData name="Carl Hill" userId="c2c04adba249737f" providerId="LiveId" clId="{768FA59D-518F-45B4-AEF8-4EC77CF8F4A2}" dt="2026-09-12T08:53:03.923" v="4525" actId="13822"/>
          <ac:cxnSpMkLst>
            <pc:docMk/>
            <pc:sldMk cId="1210572693" sldId="273"/>
            <ac:cxnSpMk id="10" creationId="{2DA49903-A83F-2DDA-7F15-EF5D0BDADA7B}"/>
          </ac:cxnSpMkLst>
        </pc:cxnChg>
      </pc:sldChg>
      <pc:sldChg chg="addSp delSp modSp new mod">
        <pc:chgData name="Carl Hill" userId="c2c04adba249737f" providerId="LiveId" clId="{768FA59D-518F-45B4-AEF8-4EC77CF8F4A2}" dt="2026-09-12T09:51:46.019" v="5068" actId="14100"/>
        <pc:sldMkLst>
          <pc:docMk/>
          <pc:sldMk cId="877013560" sldId="274"/>
        </pc:sldMkLst>
        <pc:spChg chg="del">
          <ac:chgData name="Carl Hill" userId="c2c04adba249737f" providerId="LiveId" clId="{768FA59D-518F-45B4-AEF8-4EC77CF8F4A2}" dt="2026-09-12T09:48:32.664" v="4527" actId="478"/>
          <ac:spMkLst>
            <pc:docMk/>
            <pc:sldMk cId="877013560" sldId="274"/>
            <ac:spMk id="2" creationId="{375720D6-77A2-AE31-B735-0314B2E0C3D2}"/>
          </ac:spMkLst>
        </pc:spChg>
        <pc:spChg chg="del">
          <ac:chgData name="Carl Hill" userId="c2c04adba249737f" providerId="LiveId" clId="{768FA59D-518F-45B4-AEF8-4EC77CF8F4A2}" dt="2026-09-12T09:48:32.664" v="4527" actId="478"/>
          <ac:spMkLst>
            <pc:docMk/>
            <pc:sldMk cId="877013560" sldId="274"/>
            <ac:spMk id="3" creationId="{A50DCF8A-D38F-F5BC-9BCF-F7BEA6BEE5F4}"/>
          </ac:spMkLst>
        </pc:spChg>
        <pc:spChg chg="add mod">
          <ac:chgData name="Carl Hill" userId="c2c04adba249737f" providerId="LiveId" clId="{768FA59D-518F-45B4-AEF8-4EC77CF8F4A2}" dt="2026-09-12T09:49:24.910" v="4573" actId="120"/>
          <ac:spMkLst>
            <pc:docMk/>
            <pc:sldMk cId="877013560" sldId="274"/>
            <ac:spMk id="6" creationId="{1231F6B3-7FC3-52AB-2E03-1CCDFC14363C}"/>
          </ac:spMkLst>
        </pc:spChg>
        <pc:spChg chg="add mod">
          <ac:chgData name="Carl Hill" userId="c2c04adba249737f" providerId="LiveId" clId="{768FA59D-518F-45B4-AEF8-4EC77CF8F4A2}" dt="2026-09-12T09:51:46.019" v="5068" actId="14100"/>
          <ac:spMkLst>
            <pc:docMk/>
            <pc:sldMk cId="877013560" sldId="274"/>
            <ac:spMk id="7" creationId="{3734BA7D-6F7C-873D-9D82-2F8D9B7A5AB0}"/>
          </ac:spMkLst>
        </pc:spChg>
        <pc:picChg chg="add">
          <ac:chgData name="Carl Hill" userId="c2c04adba249737f" providerId="LiveId" clId="{768FA59D-518F-45B4-AEF8-4EC77CF8F4A2}" dt="2026-09-12T09:48:33.121" v="4528" actId="22"/>
          <ac:picMkLst>
            <pc:docMk/>
            <pc:sldMk cId="877013560" sldId="274"/>
            <ac:picMk id="5" creationId="{E918A7E9-166C-0938-68F2-9D0A79A3B812}"/>
          </ac:picMkLst>
        </pc:picChg>
      </pc:sldChg>
      <pc:sldChg chg="addSp delSp modSp new mod">
        <pc:chgData name="Carl Hill" userId="c2c04adba249737f" providerId="LiveId" clId="{768FA59D-518F-45B4-AEF8-4EC77CF8F4A2}" dt="2026-09-12T10:24:06.801" v="5251" actId="14100"/>
        <pc:sldMkLst>
          <pc:docMk/>
          <pc:sldMk cId="2228621172" sldId="275"/>
        </pc:sldMkLst>
        <pc:spChg chg="del">
          <ac:chgData name="Carl Hill" userId="c2c04adba249737f" providerId="LiveId" clId="{768FA59D-518F-45B4-AEF8-4EC77CF8F4A2}" dt="2026-09-12T10:21:16.441" v="5070" actId="478"/>
          <ac:spMkLst>
            <pc:docMk/>
            <pc:sldMk cId="2228621172" sldId="275"/>
            <ac:spMk id="2" creationId="{DE94848E-48B4-1D34-236B-66DD1CFABB47}"/>
          </ac:spMkLst>
        </pc:spChg>
        <pc:spChg chg="del">
          <ac:chgData name="Carl Hill" userId="c2c04adba249737f" providerId="LiveId" clId="{768FA59D-518F-45B4-AEF8-4EC77CF8F4A2}" dt="2026-09-12T10:21:16.441" v="5070" actId="478"/>
          <ac:spMkLst>
            <pc:docMk/>
            <pc:sldMk cId="2228621172" sldId="275"/>
            <ac:spMk id="3" creationId="{FD721248-6449-4516-7785-B0FE548D79EB}"/>
          </ac:spMkLst>
        </pc:spChg>
        <pc:spChg chg="add mod">
          <ac:chgData name="Carl Hill" userId="c2c04adba249737f" providerId="LiveId" clId="{768FA59D-518F-45B4-AEF8-4EC77CF8F4A2}" dt="2026-09-12T10:24:00.613" v="5250" actId="1076"/>
          <ac:spMkLst>
            <pc:docMk/>
            <pc:sldMk cId="2228621172" sldId="275"/>
            <ac:spMk id="6" creationId="{3C6CD810-69B6-D577-649F-A8295E89F493}"/>
          </ac:spMkLst>
        </pc:spChg>
        <pc:spChg chg="add mod">
          <ac:chgData name="Carl Hill" userId="c2c04adba249737f" providerId="LiveId" clId="{768FA59D-518F-45B4-AEF8-4EC77CF8F4A2}" dt="2026-09-12T10:24:06.801" v="5251" actId="14100"/>
          <ac:spMkLst>
            <pc:docMk/>
            <pc:sldMk cId="2228621172" sldId="275"/>
            <ac:spMk id="7" creationId="{87D55C4A-6376-DD8C-90C2-9FA36E5A0AB8}"/>
          </ac:spMkLst>
        </pc:spChg>
        <pc:picChg chg="add mod">
          <ac:chgData name="Carl Hill" userId="c2c04adba249737f" providerId="LiveId" clId="{768FA59D-518F-45B4-AEF8-4EC77CF8F4A2}" dt="2026-09-12T10:23:55.847" v="5249" actId="1076"/>
          <ac:picMkLst>
            <pc:docMk/>
            <pc:sldMk cId="2228621172" sldId="275"/>
            <ac:picMk id="5" creationId="{C226465C-2FC6-ADDA-F688-BAA981E398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F2DC-1C49-40B2-B8AB-1BEA3490EE2F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72065-C05E-4955-AAC9-6613DB0B3B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087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072065-C05E-4955-AAC9-6613DB0B3BA7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1936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3CFC-03B0-F968-E2E7-A6BED4003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70C2D-C97B-DEC6-1C87-AF08AA55C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0C5B5-1BD4-E937-D5BC-69B7133A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BA6F2-7499-B323-2D9D-54F5E071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A6D3F-98BA-6188-861D-7F4A35DBE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604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4556-C0ED-1B80-2565-EC4274159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C2D42-21BF-499E-96B9-313B3F9D2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4809C-700D-9AD0-335D-4383BBF1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3AD85-B865-C434-3F49-7CC79EC03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B3ED2-A070-8C61-1671-25446AB2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3918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D9CF3-CF99-70B4-054C-ACA0EDB8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E84A5-294B-BD4A-AE8C-74437E10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40A29-A9EC-9E08-596F-5B997603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F1CF-A8B4-B37F-C709-6D4C023D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E8A32-1B01-D34D-60C7-3AFD2962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6907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DE6B-D76D-AD0A-0E73-6C465393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7BF56-91D5-E787-0246-4AD17055F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11445-98F4-B55F-97C0-9600CFDE0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B8BCA-9553-8852-8DAE-835AE362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FAEF1-5078-F394-1DFA-4ABD93904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2C8D9-1856-43ED-DF68-E2CD781A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87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4704-12B0-6409-E1D6-DF953BDD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335B9-44EE-0B3F-090C-0E7CFF6F9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A5CFF-B532-EAAF-4761-98097D4AC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AAD4D-9047-7437-1F06-96CFEC3E3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ABF90D-0F7F-10B2-8180-B5DB93073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FFA6B-64FA-F724-4A5F-7A0FE95F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5EFA4-7235-41A0-779F-89A3C459E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7FCEBE-2C9E-5C09-BD02-CED80505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318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29F8-671B-A903-60F8-632BC46A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4B2B6-8F6B-F536-91AF-7AFF3E7D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67FF0-1B2C-DA95-5A6D-4AAEFDD4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7B263-EFE6-FDDE-C125-4DD2B2AA3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722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37EF9-CA11-4D4F-BA8E-314E7E46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457A0-4C56-39C5-9E90-B2FEDDBF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C5396-AF5C-8B5D-A423-DCF77F8B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83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3C69-ACC5-8229-08F0-2541A40E0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37F22-B61C-B9C8-275B-5FBB12344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953A2-6E35-4316-D497-D9AC4E7A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1C0B8-8395-4DC4-582A-5D04AE778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AD538-4D10-405F-AAFF-336D2BE3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DD691-1664-837B-B8FF-8A8CC1AA9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87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CFCF-1D12-5F2E-BD55-774ED159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931AF8-7773-4602-0613-9AEB5C059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B2CE0-3064-3948-5AFC-99B42AEBB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91C0E-FC06-240A-B6A9-A33562D8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2AED8-8DC0-61D7-37F8-ED81A1E4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C1A46-6661-F305-2C82-0B46FE22D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8758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8BF5-0990-4350-2A96-E17ADC21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E03C0-C5D9-A35A-4CFB-89D12253A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73E00-B1CE-34BC-2E5C-08A325BC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90986-54D5-C719-6549-E7D13C5DC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04BB5-05A8-04FD-2A03-73B2E651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95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347C3F-6BE9-DAE3-D942-FDD0C87A0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DEFE5-A734-07FB-177C-023A853CA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C3A1F-AEA1-E136-D2F9-F027D54B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22E5B-FC91-F7A1-70BC-C3FA72FD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FA03F-A585-FB67-6D66-5A093FAF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917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DD34C6-7506-0D89-2534-39ADA3FF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03E50-25B0-C452-FF52-5D8A4F808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87503-4A4E-D1DA-6514-D155A1CDE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91990-94FD-4212-AC9A-3F6EEDDF1DA0}" type="datetimeFigureOut">
              <a:rPr lang="en-AU" smtClean="0"/>
              <a:t>12/09/2026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2C2F6-4880-2637-CAEF-ECC4BB40C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13384-2C60-C240-CAF7-5443EE3E4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48F08-C864-4F9A-98D9-882AB3325F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32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7C6999-76B1-6C8B-3640-89A8186A0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19" y="3709790"/>
            <a:ext cx="7964011" cy="2829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4B8E99-550C-BCFE-5272-759D33346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319" y="447595"/>
            <a:ext cx="7868748" cy="1143160"/>
          </a:xfrm>
          <a:prstGeom prst="rect">
            <a:avLst/>
          </a:prstGeom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A1022631-AD47-8BE7-55B2-CE2BAC9599D0}"/>
              </a:ext>
            </a:extLst>
          </p:cNvPr>
          <p:cNvSpPr/>
          <p:nvPr/>
        </p:nvSpPr>
        <p:spPr>
          <a:xfrm>
            <a:off x="8590788" y="795337"/>
            <a:ext cx="2510028" cy="1444943"/>
          </a:xfrm>
          <a:prstGeom prst="wedgeRectCallout">
            <a:avLst>
              <a:gd name="adj1" fmla="val -61999"/>
              <a:gd name="adj2" fmla="val -381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Have a link here to go to the error so a better solution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5F9139-2738-6FE0-8393-EF6230DA9B5B}"/>
              </a:ext>
            </a:extLst>
          </p:cNvPr>
          <p:cNvCxnSpPr/>
          <p:nvPr/>
        </p:nvCxnSpPr>
        <p:spPr>
          <a:xfrm flipH="1">
            <a:off x="7150608" y="1590755"/>
            <a:ext cx="2295144" cy="3255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2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26465C-2FC6-ADDA-F688-BAA981E39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93" y="166471"/>
            <a:ext cx="7954485" cy="58301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6CD810-69B6-D577-649F-A8295E89F493}"/>
              </a:ext>
            </a:extLst>
          </p:cNvPr>
          <p:cNvSpPr/>
          <p:nvPr/>
        </p:nvSpPr>
        <p:spPr>
          <a:xfrm>
            <a:off x="4205460" y="3794760"/>
            <a:ext cx="4250818" cy="1695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Should say (enduring / episodic) at least while we are testing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87D55C4A-6376-DD8C-90C2-9FA36E5A0AB8}"/>
              </a:ext>
            </a:extLst>
          </p:cNvPr>
          <p:cNvSpPr/>
          <p:nvPr/>
        </p:nvSpPr>
        <p:spPr>
          <a:xfrm>
            <a:off x="173736" y="3081528"/>
            <a:ext cx="969264" cy="1426464"/>
          </a:xfrm>
          <a:prstGeom prst="wedgeRectCallout">
            <a:avLst>
              <a:gd name="adj1" fmla="val 81054"/>
              <a:gd name="adj2" fmla="val 157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Put tags  in col 1 – left aligned.</a:t>
            </a:r>
          </a:p>
          <a:p>
            <a:pPr algn="ctr"/>
            <a:endParaRPr lang="en-AU" sz="1200" dirty="0"/>
          </a:p>
          <a:p>
            <a:pPr algn="ctr"/>
            <a:r>
              <a:rPr lang="en-AU" sz="1200" dirty="0"/>
              <a:t>Put text in col 2 left aligned</a:t>
            </a:r>
          </a:p>
        </p:txBody>
      </p:sp>
    </p:spTree>
    <p:extLst>
      <p:ext uri="{BB962C8B-B14F-4D97-AF65-F5344CB8AC3E}">
        <p14:creationId xmlns:p14="http://schemas.microsoft.com/office/powerpoint/2010/main" val="2228621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18A7E9-166C-0938-68F2-9D0A79A3B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154" y="1280812"/>
            <a:ext cx="4591691" cy="42963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31F6B3-7FC3-52AB-2E03-1CCDFC14363C}"/>
              </a:ext>
            </a:extLst>
          </p:cNvPr>
          <p:cNvSpPr/>
          <p:nvPr/>
        </p:nvSpPr>
        <p:spPr>
          <a:xfrm>
            <a:off x="4029075" y="3514725"/>
            <a:ext cx="4264533" cy="133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dirty="0"/>
              <a:t>Insert step : Consultation completed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3734BA7D-6F7C-873D-9D82-2F8D9B7A5AB0}"/>
              </a:ext>
            </a:extLst>
          </p:cNvPr>
          <p:cNvSpPr/>
          <p:nvPr/>
        </p:nvSpPr>
        <p:spPr>
          <a:xfrm>
            <a:off x="8613648" y="1444752"/>
            <a:ext cx="1655064" cy="4014216"/>
          </a:xfrm>
          <a:prstGeom prst="wedgeRectCallout">
            <a:avLst>
              <a:gd name="adj1" fmla="val -66689"/>
              <a:gd name="adj2" fmla="val 53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Note: if the patient has to see a nurse or do bloods then these will also be steps here before the patient goes to the “Finished List”.</a:t>
            </a:r>
            <a:br>
              <a:rPr lang="en-AU" sz="1200" dirty="0"/>
            </a:br>
            <a:br>
              <a:rPr lang="en-AU" sz="1200" dirty="0"/>
            </a:br>
            <a:r>
              <a:rPr lang="en-AU" sz="1200" dirty="0"/>
              <a:t>Also, if the patient has to see another doctor in the practice and that doctor is a specialist then the patient will need to added to the Queue again and assigned to the specialist with the episodic agreement process. </a:t>
            </a:r>
          </a:p>
        </p:txBody>
      </p:sp>
    </p:spTree>
    <p:extLst>
      <p:ext uri="{BB962C8B-B14F-4D97-AF65-F5344CB8AC3E}">
        <p14:creationId xmlns:p14="http://schemas.microsoft.com/office/powerpoint/2010/main" val="877013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3A1BC8-CD30-8739-FE13-A7A73C0F6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99" y="173736"/>
            <a:ext cx="2893602" cy="6858000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2D8B75BB-1BBA-5B1B-6AB8-5F2E90924650}"/>
              </a:ext>
            </a:extLst>
          </p:cNvPr>
          <p:cNvSpPr/>
          <p:nvPr/>
        </p:nvSpPr>
        <p:spPr>
          <a:xfrm>
            <a:off x="7982330" y="1426845"/>
            <a:ext cx="2432685" cy="1755267"/>
          </a:xfrm>
          <a:prstGeom prst="wedgeRectCallout">
            <a:avLst>
              <a:gd name="adj1" fmla="val -73456"/>
              <a:gd name="adj2" fmla="val 536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Make the font bold and a diff colour for the number – so it stands out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3B8CC5-DC1B-E605-6FD2-3D0D496D49B3}"/>
              </a:ext>
            </a:extLst>
          </p:cNvPr>
          <p:cNvCxnSpPr/>
          <p:nvPr/>
        </p:nvCxnSpPr>
        <p:spPr>
          <a:xfrm flipV="1">
            <a:off x="7397496" y="3218688"/>
            <a:ext cx="1069848" cy="1188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A49903-A83F-2DDA-7F15-EF5D0BDADA7B}"/>
              </a:ext>
            </a:extLst>
          </p:cNvPr>
          <p:cNvCxnSpPr/>
          <p:nvPr/>
        </p:nvCxnSpPr>
        <p:spPr>
          <a:xfrm flipV="1">
            <a:off x="7388352" y="3182112"/>
            <a:ext cx="1682496" cy="2002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57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DEF77B-E514-4F7A-75EA-04B91DD0D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55" y="0"/>
            <a:ext cx="804868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B32F07-4479-FE2C-FBBC-C80211C28129}"/>
              </a:ext>
            </a:extLst>
          </p:cNvPr>
          <p:cNvSpPr/>
          <p:nvPr/>
        </p:nvSpPr>
        <p:spPr>
          <a:xfrm>
            <a:off x="2617088" y="5948172"/>
            <a:ext cx="7231000" cy="909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Add a button here with a link to show all Patients seen at this practice today.</a:t>
            </a:r>
          </a:p>
          <a:p>
            <a:r>
              <a:rPr lang="en-AU" dirty="0"/>
              <a:t>You could put a filter on this to search for any day. Default to today.</a:t>
            </a:r>
          </a:p>
        </p:txBody>
      </p:sp>
    </p:spTree>
    <p:extLst>
      <p:ext uri="{BB962C8B-B14F-4D97-AF65-F5344CB8AC3E}">
        <p14:creationId xmlns:p14="http://schemas.microsoft.com/office/powerpoint/2010/main" val="153506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A4705C-E337-E571-B85B-5EE0A2065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2" y="1795234"/>
            <a:ext cx="8811855" cy="3267531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5346A61F-3EE5-D898-A076-E764D7796408}"/>
              </a:ext>
            </a:extLst>
          </p:cNvPr>
          <p:cNvSpPr/>
          <p:nvPr/>
        </p:nvSpPr>
        <p:spPr>
          <a:xfrm>
            <a:off x="5458968" y="1318793"/>
            <a:ext cx="4352544" cy="952881"/>
          </a:xfrm>
          <a:prstGeom prst="wedgeRectCallout">
            <a:avLst>
              <a:gd name="adj1" fmla="val 29587"/>
              <a:gd name="adj2" fmla="val 83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AOBPLATFORM should actually say the </a:t>
            </a:r>
            <a:r>
              <a:rPr lang="en-AU" dirty="0" err="1"/>
              <a:t>PracticeName</a:t>
            </a:r>
            <a:r>
              <a:rPr lang="en-AU" dirty="0"/>
              <a:t> the </a:t>
            </a:r>
            <a:r>
              <a:rPr lang="en-AU" dirty="0" err="1"/>
              <a:t>Practioner</a:t>
            </a:r>
            <a:r>
              <a:rPr lang="en-AU" dirty="0"/>
              <a:t> is </a:t>
            </a:r>
            <a:r>
              <a:rPr lang="en-AU" dirty="0" err="1"/>
              <a:t>workin</a:t>
            </a:r>
            <a:r>
              <a:rPr lang="en-AU" dirty="0"/>
              <a:t> at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31ED4E80-37A5-E8EB-AC67-FACE3DA8229F}"/>
              </a:ext>
            </a:extLst>
          </p:cNvPr>
          <p:cNvSpPr/>
          <p:nvPr/>
        </p:nvSpPr>
        <p:spPr>
          <a:xfrm>
            <a:off x="222504" y="1708937"/>
            <a:ext cx="1865376" cy="952881"/>
          </a:xfrm>
          <a:prstGeom prst="wedgeRectCallout">
            <a:avLst>
              <a:gd name="adj1" fmla="val 37710"/>
              <a:gd name="adj2" fmla="val 9224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Patients waiting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278814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24902D-158C-E751-6DA8-46936B7E7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385" y="0"/>
            <a:ext cx="5202621" cy="6858000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4D9D9104-84A4-2F83-F3CD-697906C19158}"/>
              </a:ext>
            </a:extLst>
          </p:cNvPr>
          <p:cNvSpPr/>
          <p:nvPr/>
        </p:nvSpPr>
        <p:spPr>
          <a:xfrm>
            <a:off x="6376416" y="4836185"/>
            <a:ext cx="3151632" cy="952881"/>
          </a:xfrm>
          <a:prstGeom prst="wedgeRectCallout">
            <a:avLst>
              <a:gd name="adj1" fmla="val -107005"/>
              <a:gd name="adj2" fmla="val 10856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Need the same buttons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273603-0CCA-AA15-8C77-ABDDF851C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762" y="874223"/>
            <a:ext cx="5435308" cy="181411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208B05-E71A-ADF5-56C6-5E5466F68FE4}"/>
              </a:ext>
            </a:extLst>
          </p:cNvPr>
          <p:cNvCxnSpPr/>
          <p:nvPr/>
        </p:nvCxnSpPr>
        <p:spPr>
          <a:xfrm flipH="1" flipV="1">
            <a:off x="8293608" y="2688336"/>
            <a:ext cx="484632" cy="2542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813A824-A531-ACF4-62A7-C59108618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452" y="3594675"/>
            <a:ext cx="2781688" cy="857370"/>
          </a:xfrm>
          <a:prstGeom prst="rect">
            <a:avLst/>
          </a:prstGeom>
        </p:spPr>
      </p:pic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F323FFEF-68E7-3C3E-50FA-DA735D66AAB0}"/>
              </a:ext>
            </a:extLst>
          </p:cNvPr>
          <p:cNvSpPr/>
          <p:nvPr/>
        </p:nvSpPr>
        <p:spPr>
          <a:xfrm>
            <a:off x="312577" y="941832"/>
            <a:ext cx="1936847" cy="2028901"/>
          </a:xfrm>
          <a:prstGeom prst="wedgeRectCallout">
            <a:avLst>
              <a:gd name="adj1" fmla="val 6455"/>
              <a:gd name="adj2" fmla="val 781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After send to tablet it should show. See page practice/tablet for how to do this. Why are you not just copying the existing logic.</a:t>
            </a:r>
          </a:p>
          <a:p>
            <a:endParaRPr lang="en-AU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C86BE6E-B17D-2B94-E03F-3E60FF8A7045}"/>
              </a:ext>
            </a:extLst>
          </p:cNvPr>
          <p:cNvCxnSpPr/>
          <p:nvPr/>
        </p:nvCxnSpPr>
        <p:spPr>
          <a:xfrm flipV="1">
            <a:off x="2999232" y="2405939"/>
            <a:ext cx="1143000" cy="1160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1C43F42-16C6-2758-F3FF-4B5EA7F22690}"/>
              </a:ext>
            </a:extLst>
          </p:cNvPr>
          <p:cNvSpPr/>
          <p:nvPr/>
        </p:nvSpPr>
        <p:spPr>
          <a:xfrm>
            <a:off x="9773570" y="3090672"/>
            <a:ext cx="2267712" cy="32095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dirty="0"/>
              <a:t>Also:</a:t>
            </a:r>
          </a:p>
          <a:p>
            <a:r>
              <a:rPr lang="en-AU" sz="1200" dirty="0"/>
              <a:t>Jo example was sent to the “Carls browser tablet” from practice/tablet</a:t>
            </a:r>
          </a:p>
          <a:p>
            <a:r>
              <a:rPr lang="en-AU" sz="1200" dirty="0"/>
              <a:t>However on practice/</a:t>
            </a:r>
            <a:r>
              <a:rPr lang="en-AU" sz="1200" dirty="0" err="1"/>
              <a:t>frontdesk</a:t>
            </a:r>
            <a:r>
              <a:rPr lang="en-AU" sz="1200" dirty="0"/>
              <a:t> jo example did not change to reflect this status.</a:t>
            </a:r>
          </a:p>
        </p:txBody>
      </p:sp>
    </p:spTree>
    <p:extLst>
      <p:ext uri="{BB962C8B-B14F-4D97-AF65-F5344CB8AC3E}">
        <p14:creationId xmlns:p14="http://schemas.microsoft.com/office/powerpoint/2010/main" val="571290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A1AB-D4A4-B99C-BEFC-59BCB78B8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807155-79BB-2498-EACD-2B39072E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935" y="347472"/>
            <a:ext cx="4856293" cy="3913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BB4385-9BD7-DA25-5602-DE7173760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5235" cy="6858000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42DD8C9-2776-B7F2-A1BF-AA679404ED45}"/>
              </a:ext>
            </a:extLst>
          </p:cNvPr>
          <p:cNvSpPr/>
          <p:nvPr/>
        </p:nvSpPr>
        <p:spPr>
          <a:xfrm>
            <a:off x="7345312" y="3839527"/>
            <a:ext cx="2905112" cy="1765745"/>
          </a:xfrm>
          <a:prstGeom prst="wedgeRectCallout">
            <a:avLst>
              <a:gd name="adj1" fmla="val -178967"/>
              <a:gd name="adj2" fmla="val 931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On pressing Save who is signing – gives s 65 error and then goes to the view on the right.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C7BF10-E024-4537-04CB-5D71C4B7CAD5}"/>
              </a:ext>
            </a:extLst>
          </p:cNvPr>
          <p:cNvCxnSpPr>
            <a:cxnSpLocks/>
          </p:cNvCxnSpPr>
          <p:nvPr/>
        </p:nvCxnSpPr>
        <p:spPr>
          <a:xfrm flipH="1" flipV="1">
            <a:off x="9390081" y="2304288"/>
            <a:ext cx="622599" cy="2587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801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33BA-C809-E832-DFD4-20B0DA3C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3C9A6-24F1-E981-F083-3A018801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737812"/>
            <a:ext cx="8678486" cy="5382376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88AE2EB8-E006-DA24-4FFA-BB41F83F4A45}"/>
              </a:ext>
            </a:extLst>
          </p:cNvPr>
          <p:cNvSpPr/>
          <p:nvPr/>
        </p:nvSpPr>
        <p:spPr>
          <a:xfrm>
            <a:off x="4370832" y="173736"/>
            <a:ext cx="4352544" cy="952881"/>
          </a:xfrm>
          <a:prstGeom prst="wedgeRectCallout">
            <a:avLst>
              <a:gd name="adj1" fmla="val 29587"/>
              <a:gd name="adj2" fmla="val 8361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AOBPLATFORM should actually say the </a:t>
            </a:r>
            <a:r>
              <a:rPr lang="en-AU" dirty="0" err="1"/>
              <a:t>PracticeName</a:t>
            </a:r>
            <a:r>
              <a:rPr lang="en-AU" dirty="0"/>
              <a:t> the </a:t>
            </a:r>
            <a:r>
              <a:rPr lang="en-AU" dirty="0" err="1"/>
              <a:t>Practioner</a:t>
            </a:r>
            <a:r>
              <a:rPr lang="en-AU" dirty="0"/>
              <a:t> is </a:t>
            </a:r>
            <a:r>
              <a:rPr lang="en-AU" dirty="0" err="1"/>
              <a:t>workin</a:t>
            </a:r>
            <a:r>
              <a:rPr lang="en-AU" dirty="0"/>
              <a:t> at</a:t>
            </a:r>
          </a:p>
        </p:txBody>
      </p:sp>
    </p:spTree>
    <p:extLst>
      <p:ext uri="{BB962C8B-B14F-4D97-AF65-F5344CB8AC3E}">
        <p14:creationId xmlns:p14="http://schemas.microsoft.com/office/powerpoint/2010/main" val="4226244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B34EA-EB8B-75DE-1C55-04A8AC2F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" y="654050"/>
            <a:ext cx="8621328" cy="4544059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FBF0B6C7-E010-445F-2A17-8CA47792EE09}"/>
              </a:ext>
            </a:extLst>
          </p:cNvPr>
          <p:cNvSpPr/>
          <p:nvPr/>
        </p:nvSpPr>
        <p:spPr>
          <a:xfrm>
            <a:off x="9439656" y="1783080"/>
            <a:ext cx="2715768" cy="3310128"/>
          </a:xfrm>
          <a:prstGeom prst="wedgeRectCallout">
            <a:avLst>
              <a:gd name="adj1" fmla="val -121843"/>
              <a:gd name="adj2" fmla="val 395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dirty="0"/>
              <a:t>Need buttons or drop down to say</a:t>
            </a:r>
          </a:p>
          <a:p>
            <a:pPr marL="342900" indent="-342900">
              <a:buAutoNum type="arabicPeriod"/>
            </a:pPr>
            <a:r>
              <a:rPr lang="en-AU" sz="1200" dirty="0"/>
              <a:t>With patient now</a:t>
            </a:r>
          </a:p>
          <a:p>
            <a:pPr marL="342900" indent="-342900">
              <a:buAutoNum type="arabicPeriod"/>
            </a:pPr>
            <a:r>
              <a:rPr lang="en-AU" sz="1200" dirty="0"/>
              <a:t>Pending (patient in queue)</a:t>
            </a:r>
          </a:p>
          <a:p>
            <a:pPr marL="342900" indent="-342900">
              <a:buAutoNum type="arabicPeriod"/>
            </a:pPr>
            <a:r>
              <a:rPr lang="en-AU" sz="1200" dirty="0"/>
              <a:t>Completed (consultation completed)</a:t>
            </a:r>
          </a:p>
          <a:p>
            <a:pPr marL="342900" indent="-342900">
              <a:buAutoNum type="arabicPeriod"/>
            </a:pPr>
            <a:r>
              <a:rPr lang="en-AU" sz="1200" dirty="0"/>
              <a:t>Reassign (to a different Doctor) – Reception will have a task on the </a:t>
            </a:r>
            <a:r>
              <a:rPr lang="en-AU" sz="1200" dirty="0" err="1"/>
              <a:t>frontdesk</a:t>
            </a:r>
            <a:r>
              <a:rPr lang="en-AU" sz="1200" dirty="0"/>
              <a:t>/patient page to reassign the patient to different doctor and do the necessary checks and so on.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CCC55840-F88C-A493-4798-160A66266461}"/>
              </a:ext>
            </a:extLst>
          </p:cNvPr>
          <p:cNvSpPr/>
          <p:nvPr/>
        </p:nvSpPr>
        <p:spPr>
          <a:xfrm>
            <a:off x="2752344" y="2121408"/>
            <a:ext cx="3529584" cy="475488"/>
          </a:xfrm>
          <a:prstGeom prst="wedgeRectCallout">
            <a:avLst>
              <a:gd name="adj1" fmla="val -61208"/>
              <a:gd name="adj2" fmla="val 2249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Make bold and larger font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9E271208-5D93-D194-496D-8127654BC2D7}"/>
              </a:ext>
            </a:extLst>
          </p:cNvPr>
          <p:cNvSpPr/>
          <p:nvPr/>
        </p:nvSpPr>
        <p:spPr>
          <a:xfrm>
            <a:off x="4733544" y="141986"/>
            <a:ext cx="4456176" cy="1641094"/>
          </a:xfrm>
          <a:prstGeom prst="wedgeRectCallout">
            <a:avLst>
              <a:gd name="adj1" fmla="val -81192"/>
              <a:gd name="adj2" fmla="val -83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/>
              <a:t>For the current build without these changes – this page works great for all practice users except the practice-</a:t>
            </a:r>
            <a:r>
              <a:rPr lang="en-AU" sz="1200" dirty="0" err="1"/>
              <a:t>practioners</a:t>
            </a:r>
            <a:r>
              <a:rPr lang="en-AU" sz="1200" dirty="0"/>
              <a:t>.</a:t>
            </a:r>
            <a:br>
              <a:rPr lang="en-AU" sz="1200" dirty="0"/>
            </a:br>
            <a:br>
              <a:rPr lang="en-AU" sz="1200" dirty="0"/>
            </a:br>
            <a:r>
              <a:rPr lang="en-AU" sz="1200" dirty="0"/>
              <a:t>For Practitioners we only want to show the queue for the </a:t>
            </a:r>
            <a:r>
              <a:rPr lang="en-AU" sz="1200" dirty="0" err="1"/>
              <a:t>practioner</a:t>
            </a:r>
            <a:r>
              <a:rPr lang="en-AU" sz="1200" dirty="0"/>
              <a:t> at the practice the practitioners is working at.</a:t>
            </a:r>
          </a:p>
          <a:p>
            <a:pPr algn="ctr"/>
            <a:endParaRPr lang="en-AU" sz="1200" dirty="0"/>
          </a:p>
          <a:p>
            <a:pPr algn="ctr"/>
            <a:r>
              <a:rPr lang="en-AU" sz="1200" dirty="0"/>
              <a:t>Yes, this means that if a </a:t>
            </a:r>
            <a:r>
              <a:rPr lang="en-AU" sz="1200" dirty="0" err="1"/>
              <a:t>practioner</a:t>
            </a:r>
            <a:r>
              <a:rPr lang="en-AU" sz="1200" dirty="0"/>
              <a:t> is working at 3 practices, the </a:t>
            </a:r>
            <a:r>
              <a:rPr lang="en-AU" sz="1200" dirty="0" err="1"/>
              <a:t>practioner</a:t>
            </a:r>
            <a:r>
              <a:rPr lang="en-AU" sz="1200" dirty="0"/>
              <a:t> will have 3 logins one for each practice. Add to </a:t>
            </a:r>
            <a:r>
              <a:rPr lang="en-AU" sz="1200" dirty="0" err="1"/>
              <a:t>to</a:t>
            </a:r>
            <a:r>
              <a:rPr lang="en-AU" sz="1200" dirty="0"/>
              <a:t> </a:t>
            </a:r>
            <a:r>
              <a:rPr lang="en-AU" sz="1200" dirty="0" err="1"/>
              <a:t>todo</a:t>
            </a:r>
            <a:r>
              <a:rPr lang="en-AU" sz="1200" dirty="0"/>
              <a:t> to review this design decision later.</a:t>
            </a:r>
          </a:p>
        </p:txBody>
      </p:sp>
    </p:spTree>
    <p:extLst>
      <p:ext uri="{BB962C8B-B14F-4D97-AF65-F5344CB8AC3E}">
        <p14:creationId xmlns:p14="http://schemas.microsoft.com/office/powerpoint/2010/main" val="3658781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860E96-FA49-D369-C077-17AD8E5CAA80}"/>
              </a:ext>
            </a:extLst>
          </p:cNvPr>
          <p:cNvSpPr/>
          <p:nvPr/>
        </p:nvSpPr>
        <p:spPr>
          <a:xfrm>
            <a:off x="8218341" y="566928"/>
            <a:ext cx="4023360" cy="57241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dirty="0"/>
              <a:t>What we want here is a list of all services to the patient on today’s visit (this is the per patient workflow)</a:t>
            </a:r>
          </a:p>
          <a:p>
            <a:pPr marL="228600" indent="-228600">
              <a:buAutoNum type="arabicPeriod"/>
            </a:pPr>
            <a:r>
              <a:rPr lang="en-AU" sz="1200" dirty="0"/>
              <a:t>Check patient needs enduring/episodic agreement approved</a:t>
            </a:r>
          </a:p>
          <a:p>
            <a:pPr marL="228600" indent="-228600">
              <a:buAutoNum type="arabicPeriod"/>
            </a:pPr>
            <a:r>
              <a:rPr lang="en-AU" sz="1200" dirty="0"/>
              <a:t>Create agreement </a:t>
            </a:r>
          </a:p>
          <a:p>
            <a:pPr marL="228600" indent="-228600">
              <a:buAutoNum type="arabicPeriod"/>
            </a:pPr>
            <a:r>
              <a:rPr lang="en-AU" sz="1200" dirty="0"/>
              <a:t>Get patient to approve on tablet</a:t>
            </a:r>
          </a:p>
          <a:p>
            <a:pPr marL="228600" indent="-228600">
              <a:buFont typeface="+mj-lt"/>
              <a:buAutoNum type="arabicPeriod"/>
            </a:pPr>
            <a:r>
              <a:rPr lang="en-AU" sz="1200" dirty="0"/>
              <a:t>Patient to see doctor</a:t>
            </a:r>
          </a:p>
          <a:p>
            <a:pPr marL="228600" indent="-228600">
              <a:buFont typeface="+mj-lt"/>
              <a:buAutoNum type="arabicPeriod"/>
            </a:pPr>
            <a:r>
              <a:rPr lang="en-AU" sz="1200" dirty="0"/>
              <a:t>Patient to do a Blood Test</a:t>
            </a:r>
          </a:p>
          <a:p>
            <a:pPr marL="228600" indent="-228600">
              <a:buFont typeface="+mj-lt"/>
              <a:buAutoNum type="arabicPeriod"/>
            </a:pPr>
            <a:r>
              <a:rPr lang="en-AU" sz="1200" dirty="0"/>
              <a:t>Patient to see Nurse – for something</a:t>
            </a:r>
          </a:p>
          <a:p>
            <a:pPr marL="228600" indent="-228600">
              <a:buFont typeface="+mj-lt"/>
              <a:buAutoNum type="arabicPeriod"/>
            </a:pPr>
            <a:r>
              <a:rPr lang="en-AU" sz="1200" dirty="0"/>
              <a:t>Patient to approve post all the above the post-episodic agreement</a:t>
            </a:r>
          </a:p>
          <a:p>
            <a:pPr marL="228600" indent="-228600">
              <a:buFont typeface="+mj-lt"/>
              <a:buAutoNum type="arabicPeriod"/>
            </a:pPr>
            <a:r>
              <a:rPr lang="en-AU" sz="1200" dirty="0"/>
              <a:t>Patient to make payment (mostly for specialist – episodic agreements)</a:t>
            </a:r>
          </a:p>
          <a:p>
            <a:r>
              <a:rPr lang="en-AU" sz="1200" dirty="0"/>
              <a:t>… your thoughts </a:t>
            </a:r>
            <a:r>
              <a:rPr lang="en-AU" sz="1200" dirty="0" err="1"/>
              <a:t>claude</a:t>
            </a:r>
            <a:r>
              <a:rPr lang="en-AU" sz="1200" dirty="0"/>
              <a:t>.</a:t>
            </a:r>
            <a:br>
              <a:rPr lang="en-AU" sz="1200" dirty="0"/>
            </a:br>
            <a:br>
              <a:rPr lang="en-AU" sz="1200" dirty="0"/>
            </a:br>
            <a:r>
              <a:rPr lang="en-AU" sz="1200" dirty="0"/>
              <a:t>We need to track that these steps have been completed. So when the Dr has seen the patient the dr will flag their card as complete. The nurse and the blood-test will do the same. This list will then change to a tick next to the item in the list or a Completed (was pending) tag.</a:t>
            </a:r>
            <a:br>
              <a:rPr lang="en-AU" sz="1200" dirty="0"/>
            </a:br>
            <a:br>
              <a:rPr lang="en-AU" sz="1200" dirty="0"/>
            </a:br>
            <a:r>
              <a:rPr lang="en-AU" sz="1200" dirty="0"/>
              <a:t>Below this list we have the actions like getting the patient to approve and so on.</a:t>
            </a:r>
          </a:p>
          <a:p>
            <a:br>
              <a:rPr lang="en-AU" sz="1200" dirty="0"/>
            </a:br>
            <a:r>
              <a:rPr lang="en-AU" sz="1200" dirty="0"/>
              <a:t>Your thoughts.</a:t>
            </a:r>
          </a:p>
          <a:p>
            <a:endParaRPr lang="en-AU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8BC62-FC1A-401C-2604-947B1596D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3" y="122455"/>
            <a:ext cx="7571852" cy="5263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1BB370-003C-81FF-AF4B-73648BA82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729" y="3075815"/>
            <a:ext cx="5493612" cy="1761361"/>
          </a:xfrm>
          <a:prstGeom prst="rect">
            <a:avLst/>
          </a:prstGeom>
        </p:spPr>
      </p:pic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C6BACA27-A1ED-338A-CBB2-A3253708DD76}"/>
              </a:ext>
            </a:extLst>
          </p:cNvPr>
          <p:cNvSpPr/>
          <p:nvPr/>
        </p:nvSpPr>
        <p:spPr>
          <a:xfrm>
            <a:off x="3500036" y="4741164"/>
            <a:ext cx="4363803" cy="1115568"/>
          </a:xfrm>
          <a:prstGeom prst="wedgeRectCallout">
            <a:avLst>
              <a:gd name="adj1" fmla="val -78727"/>
              <a:gd name="adj2" fmla="val -4897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This card should appear when the reception-user selects  – for step 3 - Get patient to approve on tablet</a:t>
            </a:r>
          </a:p>
        </p:txBody>
      </p:sp>
    </p:spTree>
    <p:extLst>
      <p:ext uri="{BB962C8B-B14F-4D97-AF65-F5344CB8AC3E}">
        <p14:creationId xmlns:p14="http://schemas.microsoft.com/office/powerpoint/2010/main" val="1646348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188E5C-BDFF-EC94-D0C0-A920D5C41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86" y="3614541"/>
            <a:ext cx="3493695" cy="1791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AEB927-372A-C0E0-4A90-391610755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524" y="206998"/>
            <a:ext cx="3090857" cy="20382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86F2E2-8E98-367B-307D-0C9294867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70" y="2900934"/>
            <a:ext cx="2623259" cy="32186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9C62C3-86EF-2AE5-2CE2-F7D2FA53E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883" y="3922776"/>
            <a:ext cx="3485906" cy="1444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6C7168-23F6-485B-1A4F-250F6FEA29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3972" y="200769"/>
            <a:ext cx="3932325" cy="20382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F5294C-38F2-4CC8-55CE-5F4EC4C20E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702" y="200769"/>
            <a:ext cx="3148397" cy="1948071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7B259AD4-4AC4-D7E0-DB75-D92EFD893050}"/>
              </a:ext>
            </a:extLst>
          </p:cNvPr>
          <p:cNvSpPr/>
          <p:nvPr/>
        </p:nvSpPr>
        <p:spPr>
          <a:xfrm>
            <a:off x="3557016" y="1078992"/>
            <a:ext cx="292608" cy="237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1415B5B-C31F-F714-6DD4-D95A855789E9}"/>
              </a:ext>
            </a:extLst>
          </p:cNvPr>
          <p:cNvSpPr/>
          <p:nvPr/>
        </p:nvSpPr>
        <p:spPr>
          <a:xfrm>
            <a:off x="8174030" y="841248"/>
            <a:ext cx="292608" cy="237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CE44473-F509-71D4-D6D1-A84550BCA2D8}"/>
              </a:ext>
            </a:extLst>
          </p:cNvPr>
          <p:cNvSpPr/>
          <p:nvPr/>
        </p:nvSpPr>
        <p:spPr>
          <a:xfrm rot="5400000">
            <a:off x="9975229" y="2692136"/>
            <a:ext cx="292608" cy="237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1730340-212A-AC89-C161-778A7E3147E9}"/>
              </a:ext>
            </a:extLst>
          </p:cNvPr>
          <p:cNvSpPr/>
          <p:nvPr/>
        </p:nvSpPr>
        <p:spPr>
          <a:xfrm rot="10800000">
            <a:off x="7685629" y="4263390"/>
            <a:ext cx="292608" cy="237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EF849EE-BF42-E379-AC56-93C3613BD42F}"/>
              </a:ext>
            </a:extLst>
          </p:cNvPr>
          <p:cNvSpPr/>
          <p:nvPr/>
        </p:nvSpPr>
        <p:spPr>
          <a:xfrm rot="10800000">
            <a:off x="3458747" y="4201668"/>
            <a:ext cx="292608" cy="2377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1794F5-1196-193F-09BE-50C1D21DC5F3}"/>
              </a:ext>
            </a:extLst>
          </p:cNvPr>
          <p:cNvSpPr/>
          <p:nvPr/>
        </p:nvSpPr>
        <p:spPr>
          <a:xfrm>
            <a:off x="3605050" y="5530351"/>
            <a:ext cx="5924437" cy="1244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We need to put in a side panel or somewhere on the page next to the “Passkey Registration” box the steps to follow for a windows machine. We will need to do the same for Apple PC, Android and Apple mobile</a:t>
            </a:r>
          </a:p>
        </p:txBody>
      </p:sp>
    </p:spTree>
    <p:extLst>
      <p:ext uri="{BB962C8B-B14F-4D97-AF65-F5344CB8AC3E}">
        <p14:creationId xmlns:p14="http://schemas.microsoft.com/office/powerpoint/2010/main" val="3661887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7DE7C9-C87E-0087-81B3-B754115D9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04" y="409575"/>
            <a:ext cx="5867496" cy="3658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6DD50C-F9D7-499E-6CF5-5203126C7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507" y="409575"/>
            <a:ext cx="3146724" cy="19714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FD4C53-621F-FEEE-989A-E79210898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427" y="2505541"/>
            <a:ext cx="3525573" cy="19714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F713E3-770C-5FF7-B499-C0D4B25CD3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04" y="4364738"/>
            <a:ext cx="9096658" cy="1645355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C965922C-1D49-2ECE-E67F-F3AF5856C892}"/>
              </a:ext>
            </a:extLst>
          </p:cNvPr>
          <p:cNvSpPr/>
          <p:nvPr/>
        </p:nvSpPr>
        <p:spPr>
          <a:xfrm>
            <a:off x="6191250" y="1581150"/>
            <a:ext cx="314325" cy="2667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AD3A4295-689B-B977-1674-1114D57122AE}"/>
              </a:ext>
            </a:extLst>
          </p:cNvPr>
          <p:cNvSpPr/>
          <p:nvPr/>
        </p:nvSpPr>
        <p:spPr>
          <a:xfrm rot="5400000">
            <a:off x="10456781" y="984197"/>
            <a:ext cx="896112" cy="82219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7" name="Arrow: Bent 16">
            <a:extLst>
              <a:ext uri="{FF2B5EF4-FFF2-40B4-BE49-F238E27FC236}">
                <a16:creationId xmlns:a16="http://schemas.microsoft.com/office/drawing/2014/main" id="{7FAD4733-E1B4-D1E3-D037-0ACCDF52A406}"/>
              </a:ext>
            </a:extLst>
          </p:cNvPr>
          <p:cNvSpPr/>
          <p:nvPr/>
        </p:nvSpPr>
        <p:spPr>
          <a:xfrm rot="10800000">
            <a:off x="10297426" y="4832439"/>
            <a:ext cx="896112" cy="82219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8" name="Callout: Line 17">
            <a:extLst>
              <a:ext uri="{FF2B5EF4-FFF2-40B4-BE49-F238E27FC236}">
                <a16:creationId xmlns:a16="http://schemas.microsoft.com/office/drawing/2014/main" id="{34800D5C-0590-2171-1EDE-BE11269D4746}"/>
              </a:ext>
            </a:extLst>
          </p:cNvPr>
          <p:cNvSpPr/>
          <p:nvPr/>
        </p:nvSpPr>
        <p:spPr>
          <a:xfrm>
            <a:off x="1337313" y="5212645"/>
            <a:ext cx="1529525" cy="1645355"/>
          </a:xfrm>
          <a:prstGeom prst="borderCallout1">
            <a:avLst>
              <a:gd name="adj1" fmla="val 19306"/>
              <a:gd name="adj2" fmla="val -561"/>
              <a:gd name="adj3" fmla="val -41540"/>
              <a:gd name="adj4" fmla="val -87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This is </a:t>
            </a:r>
            <a:r>
              <a:rPr lang="en-AU" dirty="0" err="1"/>
              <a:t>jo.example</a:t>
            </a:r>
            <a:r>
              <a:rPr lang="en-AU" dirty="0"/>
              <a:t> just setup, but went to practice</a:t>
            </a:r>
          </a:p>
        </p:txBody>
      </p:sp>
    </p:spTree>
    <p:extLst>
      <p:ext uri="{BB962C8B-B14F-4D97-AF65-F5344CB8AC3E}">
        <p14:creationId xmlns:p14="http://schemas.microsoft.com/office/powerpoint/2010/main" val="1606936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415DCB-266C-AFF1-730A-60821C47978F}"/>
              </a:ext>
            </a:extLst>
          </p:cNvPr>
          <p:cNvSpPr/>
          <p:nvPr/>
        </p:nvSpPr>
        <p:spPr>
          <a:xfrm>
            <a:off x="493776" y="877824"/>
            <a:ext cx="1527048" cy="466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Welcome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0F954-6CD4-B116-5A83-55C6128A6852}"/>
              </a:ext>
            </a:extLst>
          </p:cNvPr>
          <p:cNvSpPr txBox="1"/>
          <p:nvPr/>
        </p:nvSpPr>
        <p:spPr>
          <a:xfrm>
            <a:off x="493777" y="1636776"/>
            <a:ext cx="15270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Ask for </a:t>
            </a:r>
            <a:r>
              <a:rPr lang="en-AU" sz="1100" dirty="0" err="1"/>
              <a:t>medicare</a:t>
            </a:r>
            <a:r>
              <a:rPr lang="en-AU" sz="1100" dirty="0"/>
              <a:t> card. Ask the customer their name and what their number is on the </a:t>
            </a:r>
            <a:r>
              <a:rPr lang="en-AU" sz="1100" dirty="0" err="1"/>
              <a:t>medicare</a:t>
            </a:r>
            <a:r>
              <a:rPr lang="en-AU" sz="1100" dirty="0"/>
              <a:t> card. Enter the customer name into the </a:t>
            </a:r>
            <a:r>
              <a:rPr lang="en-AU" sz="1100" dirty="0" err="1"/>
              <a:t>AoBPlatform</a:t>
            </a:r>
            <a:r>
              <a:rPr lang="en-AU" sz="1100" dirty="0"/>
              <a:t> and check that the customer name match to the </a:t>
            </a:r>
            <a:r>
              <a:rPr lang="en-AU" sz="1100" dirty="0" err="1"/>
              <a:t>medicare</a:t>
            </a:r>
            <a:r>
              <a:rPr lang="en-AU" sz="1100" dirty="0"/>
              <a:t> card.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B99E0-573B-6C38-2383-5AC0C3AADAD5}"/>
              </a:ext>
            </a:extLst>
          </p:cNvPr>
          <p:cNvSpPr/>
          <p:nvPr/>
        </p:nvSpPr>
        <p:spPr>
          <a:xfrm>
            <a:off x="2191512" y="877824"/>
            <a:ext cx="1527048" cy="466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144643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E00C3F-B2F2-2170-0A43-D7B92A46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86" y="673884"/>
            <a:ext cx="8735644" cy="1505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4666BC-2F6A-9D08-EA05-17F856C07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711" y="3262289"/>
            <a:ext cx="1181265" cy="33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62F09-1365-EEA8-252A-7F27722F7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588" y="3595711"/>
            <a:ext cx="1457528" cy="552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A4BBAA-2578-DBDE-058D-4BF332D8D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3769" y="3254292"/>
            <a:ext cx="1247949" cy="3048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572A2F9-2354-D976-7EC8-755D9B3FE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531" y="3676684"/>
            <a:ext cx="1771897" cy="3905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214D914-84B1-1EC7-30AB-0587AB0373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578" y="3290868"/>
            <a:ext cx="666843" cy="2762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C00E4AB-8CF0-B5A2-402D-1D4C42DE06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9843" y="3715762"/>
            <a:ext cx="1800476" cy="381053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CCCC5097-D47A-E98C-0C5A-FAE9615CA9DB}"/>
              </a:ext>
            </a:extLst>
          </p:cNvPr>
          <p:cNvSpPr/>
          <p:nvPr/>
        </p:nvSpPr>
        <p:spPr>
          <a:xfrm>
            <a:off x="2783116" y="3429000"/>
            <a:ext cx="353276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4A5996B-C3BE-C690-B4D8-D30246D6EA0A}"/>
              </a:ext>
            </a:extLst>
          </p:cNvPr>
          <p:cNvSpPr/>
          <p:nvPr/>
        </p:nvSpPr>
        <p:spPr>
          <a:xfrm>
            <a:off x="5125716" y="3360994"/>
            <a:ext cx="353276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608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16C02A-884A-041E-740F-73F2EE72A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09" y="2171524"/>
            <a:ext cx="8640381" cy="2514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2ECA08-4147-2674-34E3-1705BC3DB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279" y="3362285"/>
            <a:ext cx="3343742" cy="57158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3CE8FD-F70E-E3C5-4862-E6E67C92D70B}"/>
              </a:ext>
            </a:extLst>
          </p:cNvPr>
          <p:cNvCxnSpPr/>
          <p:nvPr/>
        </p:nvCxnSpPr>
        <p:spPr>
          <a:xfrm>
            <a:off x="5105400" y="2886075"/>
            <a:ext cx="2667000" cy="361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253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9ED831-769A-459D-7F97-5401C9F0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141" y="394936"/>
            <a:ext cx="8907118" cy="503942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C58874-4202-5B43-5487-355D54DDC266}"/>
              </a:ext>
            </a:extLst>
          </p:cNvPr>
          <p:cNvCxnSpPr>
            <a:cxnSpLocks/>
          </p:cNvCxnSpPr>
          <p:nvPr/>
        </p:nvCxnSpPr>
        <p:spPr>
          <a:xfrm flipV="1">
            <a:off x="2322576" y="1837944"/>
            <a:ext cx="5001768" cy="1892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223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C5F63-E59C-672C-123A-A60BC0F2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1838103"/>
            <a:ext cx="8678486" cy="3181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1E9BAE-DEE7-9E76-F5FA-3578A351D0CF}"/>
              </a:ext>
            </a:extLst>
          </p:cNvPr>
          <p:cNvSpPr txBox="1"/>
          <p:nvPr/>
        </p:nvSpPr>
        <p:spPr>
          <a:xfrm>
            <a:off x="2962656" y="3849624"/>
            <a:ext cx="838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8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186537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42D7AF-0A0A-42EE-97F1-67159AB7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04" y="2133419"/>
            <a:ext cx="9078592" cy="2591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240053-1D33-DF5D-B659-7DCD96E4B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951" y="4057618"/>
            <a:ext cx="3200847" cy="457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80CB6F-FA28-057D-65CB-0301ECE560AE}"/>
              </a:ext>
            </a:extLst>
          </p:cNvPr>
          <p:cNvSpPr txBox="1"/>
          <p:nvPr/>
        </p:nvSpPr>
        <p:spPr>
          <a:xfrm>
            <a:off x="4270248" y="3090446"/>
            <a:ext cx="338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3AEF5D-3734-A0B3-EC1B-46BFD6C9C495}"/>
              </a:ext>
            </a:extLst>
          </p:cNvPr>
          <p:cNvCxnSpPr/>
          <p:nvPr/>
        </p:nvCxnSpPr>
        <p:spPr>
          <a:xfrm>
            <a:off x="4916426" y="3598277"/>
            <a:ext cx="2667000" cy="361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71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B83C82-EC17-2EDB-F2ED-3FA788417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19" y="170995"/>
            <a:ext cx="7602011" cy="6516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D1801F-9FE3-B3FB-C4C3-D71B83D59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939" y="2995363"/>
            <a:ext cx="4228242" cy="19149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6B6D79-D37D-051A-22A3-D3221A75571F}"/>
              </a:ext>
            </a:extLst>
          </p:cNvPr>
          <p:cNvSpPr txBox="1"/>
          <p:nvPr/>
        </p:nvSpPr>
        <p:spPr>
          <a:xfrm>
            <a:off x="8153400" y="342900"/>
            <a:ext cx="327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Click – who is signing and it is the carer. Press save who is signing.</a:t>
            </a:r>
          </a:p>
          <a:p>
            <a:r>
              <a:rPr lang="en-AU" dirty="0">
                <a:solidFill>
                  <a:srgbClr val="FF0000"/>
                </a:solidFill>
              </a:rPr>
              <a:t>Then go back to who is signing and the carer details are lost.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6EAF3C-4141-9657-7FA9-D7321D7D4ED2}"/>
              </a:ext>
            </a:extLst>
          </p:cNvPr>
          <p:cNvCxnSpPr>
            <a:cxnSpLocks/>
          </p:cNvCxnSpPr>
          <p:nvPr/>
        </p:nvCxnSpPr>
        <p:spPr>
          <a:xfrm flipH="1">
            <a:off x="3867912" y="539496"/>
            <a:ext cx="4370832" cy="3127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574782-76FA-8208-25DB-D319FF6CA3F3}"/>
              </a:ext>
            </a:extLst>
          </p:cNvPr>
          <p:cNvCxnSpPr/>
          <p:nvPr/>
        </p:nvCxnSpPr>
        <p:spPr>
          <a:xfrm flipH="1">
            <a:off x="8730996" y="1767430"/>
            <a:ext cx="1060704" cy="1280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595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744</Words>
  <Application>Microsoft Office PowerPoint</Application>
  <PresentationFormat>Widescreen</PresentationFormat>
  <Paragraphs>50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Hill</dc:creator>
  <cp:lastModifiedBy>Carl Hill</cp:lastModifiedBy>
  <cp:revision>1</cp:revision>
  <dcterms:created xsi:type="dcterms:W3CDTF">2026-09-10T09:19:28Z</dcterms:created>
  <dcterms:modified xsi:type="dcterms:W3CDTF">2026-09-12T10:24:15Z</dcterms:modified>
</cp:coreProperties>
</file>